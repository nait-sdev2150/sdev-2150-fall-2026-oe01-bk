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4" r:id="rId19"/>
    <p:sldId id="345" r:id="rId20"/>
    <p:sldId id="350" r:id="rId21"/>
    <p:sldId id="351" r:id="rId22"/>
    <p:sldId id="295" r:id="rId23"/>
    <p:sldId id="346" r:id="rId24"/>
    <p:sldId id="347" r:id="rId25"/>
    <p:sldId id="352" r:id="rId26"/>
    <p:sldId id="353" r:id="rId27"/>
    <p:sldId id="258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5DE-61B2-C42D-9FF0-EB963B15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28A5F-8713-DEDF-062F-EB48EC16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6ED-FAB4-8F85-D551-2A1CA3CFA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7270-9A71-9739-2488-26F6F27E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525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8E1-CFB3-E514-037C-0D9EB85C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B811A-8E62-B324-96DB-CF0E1E19F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FE502-8165-8795-BAB4-02799F2C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331AA-91E9-594B-447C-C7314640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008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9B26D-ED03-36BA-A204-FC4CE1A7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9AA55-340B-36B0-CB24-76332E6E9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B92A5-EFC3-A738-612D-42846F1FA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B5788-C98A-3E27-43D0-82B0E241E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459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12: Event Handling and State in React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lvl="1"/>
            <a:r>
              <a:rPr lang="en-US" dirty="0"/>
              <a:t>Implement event handling for user interactions in React components</a:t>
            </a:r>
          </a:p>
          <a:p>
            <a:pPr lvl="1"/>
            <a:r>
              <a:rPr lang="en-US" dirty="0"/>
              <a:t>Use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/>
              <a:t> hook to manage and update component state</a:t>
            </a:r>
          </a:p>
          <a:p>
            <a:pPr lvl="1"/>
            <a:r>
              <a:rPr lang="en-US" dirty="0"/>
              <a:t>Build interactive UI components that respond to user input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dirty="0" err="1"/>
              <a:t>DaisyUI</a:t>
            </a:r>
            <a:r>
              <a:rPr lang="en-US" dirty="0"/>
              <a:t> integration from Lesson 11</a:t>
            </a:r>
          </a:p>
          <a:p>
            <a:r>
              <a:rPr lang="en-US" dirty="0"/>
              <a:t>React events and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/>
              <a:t> mental model</a:t>
            </a:r>
          </a:p>
          <a:p>
            <a:r>
              <a:rPr lang="en-US" dirty="0"/>
              <a:t>Demo: Counter component (Hello World of state)</a:t>
            </a:r>
          </a:p>
          <a:p>
            <a:r>
              <a:rPr lang="en-US" dirty="0"/>
              <a:t>Controlled inputs and form submission</a:t>
            </a:r>
          </a:p>
          <a:p>
            <a:r>
              <a:rPr lang="en-US" dirty="0"/>
              <a:t>Practice: </a:t>
            </a:r>
            <a:r>
              <a:rPr lang="en-US" dirty="0" err="1"/>
              <a:t>FeedbackForm</a:t>
            </a:r>
            <a:r>
              <a:rPr lang="en-US" dirty="0"/>
              <a:t> and peer review</a:t>
            </a:r>
          </a:p>
          <a:p>
            <a:r>
              <a:rPr lang="en-US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changed since Lesson 11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reusable components</a:t>
            </a:r>
          </a:p>
          <a:p>
            <a:r>
              <a:rPr lang="en-US" dirty="0"/>
              <a:t>Styling is consistent with </a:t>
            </a:r>
            <a:r>
              <a:rPr lang="en-US" dirty="0" err="1"/>
              <a:t>DaisyUI</a:t>
            </a:r>
            <a:endParaRPr lang="en-US" dirty="0"/>
          </a:p>
          <a:p>
            <a:r>
              <a:rPr lang="en-US" dirty="0"/>
              <a:t>Layout is responsive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we do not have yet is UI that responds to user input.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Reactivity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idea behind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State changes.</a:t>
            </a:r>
          </a:p>
          <a:p>
            <a:pPr marL="0" indent="0">
              <a:buNone/>
            </a:pPr>
            <a:r>
              <a:rPr lang="en-US" dirty="0"/>
              <a:t>React re-renders.</a:t>
            </a:r>
          </a:p>
          <a:p>
            <a:pPr marL="0" indent="0">
              <a:buNone/>
            </a:pPr>
            <a:r>
              <a:rPr lang="en-US" dirty="0"/>
              <a:t>UI updates.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Your job is to manage state and let React handle the UI.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3932-1F51-8F04-4501-BFDA6393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an example of a user interaction that requires state to update the 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Selecting a category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Typing into a search box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Toggling a checkbox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Events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in 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handleClick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}&gt;Click&lt;/button&gt;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Declarative, attached in markup</a:t>
            </a:r>
          </a:p>
          <a:p>
            <a:r>
              <a:rPr lang="en-US" dirty="0"/>
              <a:t>Bubble like DOM events</a:t>
            </a:r>
          </a:p>
          <a:p>
            <a:r>
              <a:rPr lang="en-US" dirty="0"/>
              <a:t>Wrapped by React (synthetic events)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cap="none" dirty="0" err="1"/>
              <a:t>useState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[value,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initialValue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dirty="0"/>
              <a:t> is the current state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US" dirty="0"/>
              <a:t> schedules an update</a:t>
            </a:r>
          </a:p>
          <a:p>
            <a:r>
              <a:rPr lang="en-US" dirty="0"/>
              <a:t>Updating state triggers a re-render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Demo: Counter Component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start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Smallest complete example of state</a:t>
            </a:r>
          </a:p>
          <a:p>
            <a:r>
              <a:rPr lang="en-US" dirty="0"/>
              <a:t>Click event updates state</a:t>
            </a:r>
          </a:p>
          <a:p>
            <a:r>
              <a:rPr lang="en-US" dirty="0"/>
              <a:t>Render reflects state immediately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Build intuition before applying it to a project.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Counter Demo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[count,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={()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(count + 1)}&gt;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Incremented {count} times.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&lt;/button&gt;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CA" dirty="0"/>
              <a:t>What causes the re-render?</a:t>
            </a:r>
          </a:p>
          <a:p>
            <a:r>
              <a:rPr lang="en-CA" dirty="0"/>
              <a:t>What happens if we click fast?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C10EFA-888F-E50C-8A27-D5391F28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F6F3-B989-7315-DE91-C8358AF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34F7-E58B-8CD2-A5B6-DC69A2DD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Controlled Inputs</a:t>
            </a:r>
          </a:p>
        </p:txBody>
      </p:sp>
    </p:spTree>
    <p:extLst>
      <p:ext uri="{BB962C8B-B14F-4D97-AF65-F5344CB8AC3E}">
        <p14:creationId xmlns:p14="http://schemas.microsoft.com/office/powerpoint/2010/main" val="1664216461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BA4-0653-9ED4-4751-5DF80DA9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968D-EA92-8E7D-6693-0780B31A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means state owns the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CEA0-D384-C6B5-E44E-035ACCD98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&lt;input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value={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searchTerm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onChange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={(e)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setSearchTerm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e.target.value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r>
              <a:rPr lang="en-US" dirty="0"/>
              <a:t>Input reflects state</a:t>
            </a:r>
          </a:p>
          <a:p>
            <a:r>
              <a:rPr lang="en-US" dirty="0"/>
              <a:t>Typing triggers events</a:t>
            </a:r>
          </a:p>
          <a:p>
            <a:r>
              <a:rPr lang="en-US" dirty="0"/>
              <a:t>Events update state</a:t>
            </a:r>
          </a:p>
        </p:txBody>
      </p:sp>
    </p:spTree>
    <p:extLst>
      <p:ext uri="{BB962C8B-B14F-4D97-AF65-F5344CB8AC3E}">
        <p14:creationId xmlns:p14="http://schemas.microsoft.com/office/powerpoint/2010/main" val="4100486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6122-5E34-6F12-A68D-829899A5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0D17-227C-934E-AAF2-02FCCB25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Form Submission</a:t>
            </a:r>
          </a:p>
        </p:txBody>
      </p:sp>
    </p:spTree>
    <p:extLst>
      <p:ext uri="{BB962C8B-B14F-4D97-AF65-F5344CB8AC3E}">
        <p14:creationId xmlns:p14="http://schemas.microsoft.com/office/powerpoint/2010/main" val="106676137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126A-E57D-3DC3-8E51-E606AFB1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F760-80F6-9431-897D-0F1BAB56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Override default browser 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E8BFB-C5BC-76ED-D6BE-F39553689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handleSubmit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(e)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e.preventDefault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console.log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('Filters submitted');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&lt;form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onSubmit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handleSubmit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Same concept as before, now attached declaratively.</a:t>
            </a:r>
          </a:p>
        </p:txBody>
      </p:sp>
    </p:spTree>
    <p:extLst>
      <p:ext uri="{BB962C8B-B14F-4D97-AF65-F5344CB8AC3E}">
        <p14:creationId xmlns:p14="http://schemas.microsoft.com/office/powerpoint/2010/main" val="4164651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Refactor your existing exercise project to make use of the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CA" dirty="0"/>
              <a:t> hook to add state to the app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local component state for interactive UIs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Import the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CA" dirty="0"/>
              <a:t> hook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Add state to form fields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4942-DF43-4262-B18C-CF1D71F0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B497-5A27-6500-0158-068F9E1B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Guided Discussion</a:t>
            </a:r>
          </a:p>
        </p:txBody>
      </p:sp>
    </p:spTree>
    <p:extLst>
      <p:ext uri="{BB962C8B-B14F-4D97-AF65-F5344CB8AC3E}">
        <p14:creationId xmlns:p14="http://schemas.microsoft.com/office/powerpoint/2010/main" val="2885888700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C557-F5E2-27E5-0ED5-8A699B757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709D-0D90-1745-3A78-1337AAE86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on state updates?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F12DF-2C06-8C47-389B-45419C40C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 update schedules a render</a:t>
            </a:r>
          </a:p>
          <a:p>
            <a:r>
              <a:rPr lang="en-US" dirty="0"/>
              <a:t>React batches updates for efficiency</a:t>
            </a:r>
          </a:p>
          <a:p>
            <a:r>
              <a:rPr lang="en-US" dirty="0"/>
              <a:t>Rendering is recalculating UI from state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something looks wrong, inspect state first.</a:t>
            </a:r>
          </a:p>
        </p:txBody>
      </p:sp>
    </p:spTree>
    <p:extLst>
      <p:ext uri="{BB962C8B-B14F-4D97-AF65-F5344CB8AC3E}">
        <p14:creationId xmlns:p14="http://schemas.microsoft.com/office/powerpoint/2010/main" val="1293539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Forgetting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dirty="0"/>
              <a:t> on controlled inputs</a:t>
            </a:r>
          </a:p>
          <a:p>
            <a:r>
              <a:rPr lang="en-US" dirty="0"/>
              <a:t>Reading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e.target.value</a:t>
            </a:r>
            <a:r>
              <a:rPr lang="en-US" dirty="0"/>
              <a:t> for checkboxes</a:t>
            </a:r>
          </a:p>
          <a:p>
            <a:r>
              <a:rPr lang="en-US" dirty="0"/>
              <a:t>Mutating arrays instead of creating new arrays</a:t>
            </a:r>
          </a:p>
          <a:p>
            <a:r>
              <a:rPr lang="en-US" dirty="0"/>
              <a:t>Expecting state to update instantly in the same line</a:t>
            </a:r>
          </a:p>
          <a:p>
            <a:r>
              <a:rPr lang="en-US" dirty="0"/>
              <a:t>Trying to update the DOM manually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Implement event handling for user interactions in React components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Use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/>
              <a:t> hook to manage and update component state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Build interactive UI components that respond to user input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12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Submit:</a:t>
            </a:r>
          </a:p>
          <a:p>
            <a:r>
              <a:rPr lang="en-US" dirty="0"/>
              <a:t>A short explanation of one component that updates UI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endParaRPr lang="en-US" dirty="0"/>
          </a:p>
          <a:p>
            <a:r>
              <a:rPr lang="en-US" dirty="0"/>
              <a:t>A small code snippet showing the event handler and state update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Be ready to explain:</a:t>
            </a:r>
          </a:p>
          <a:p>
            <a:r>
              <a:rPr lang="en-US" dirty="0"/>
              <a:t>The event</a:t>
            </a:r>
          </a:p>
          <a:p>
            <a:r>
              <a:rPr lang="en-US" dirty="0"/>
              <a:t>The state</a:t>
            </a:r>
          </a:p>
          <a:p>
            <a:r>
              <a:rPr lang="en-US" dirty="0"/>
              <a:t>The UI change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16797</TotalTime>
  <Words>616</Words>
  <Application>Microsoft Macintosh PowerPoint</Application>
  <PresentationFormat>Widescreen</PresentationFormat>
  <Paragraphs>133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What changed since Lesson 11</vt:lpstr>
      <vt:lpstr>Reactivity</vt:lpstr>
      <vt:lpstr>The idea behind React</vt:lpstr>
      <vt:lpstr>Quick Poll</vt:lpstr>
      <vt:lpstr>What’s an example of a user interaction that requires state to update the UI?</vt:lpstr>
      <vt:lpstr>React Events</vt:lpstr>
      <vt:lpstr>Events in JSX</vt:lpstr>
      <vt:lpstr>useState</vt:lpstr>
      <vt:lpstr>The pattern</vt:lpstr>
      <vt:lpstr>Demo: Counter Component</vt:lpstr>
      <vt:lpstr>Why we start here</vt:lpstr>
      <vt:lpstr>Counter Demo</vt:lpstr>
      <vt:lpstr>PowerPoint Presentation</vt:lpstr>
      <vt:lpstr>Controlled Inputs</vt:lpstr>
      <vt:lpstr>Controlled means state owns the value</vt:lpstr>
      <vt:lpstr>Form Submission</vt:lpstr>
      <vt:lpstr>Override default browser behavior</vt:lpstr>
      <vt:lpstr>Hands-on Practice</vt:lpstr>
      <vt:lpstr>Guided Discussion</vt:lpstr>
      <vt:lpstr>What happens on state updates?</vt:lpstr>
      <vt:lpstr>Common Mistakes</vt:lpstr>
      <vt:lpstr>PowerPoint Presentation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165</cp:revision>
  <dcterms:created xsi:type="dcterms:W3CDTF">2025-05-09T22:20:28Z</dcterms:created>
  <dcterms:modified xsi:type="dcterms:W3CDTF">2026-02-15T15:10:38Z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