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4" r:id="rId19"/>
    <p:sldId id="345" r:id="rId20"/>
    <p:sldId id="295" r:id="rId21"/>
    <p:sldId id="258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aisyui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11: UI Frameworks with </a:t>
            </a:r>
            <a:r>
              <a:rPr lang="en-US" dirty="0" err="1"/>
              <a:t>DaisyUI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lvl="1"/>
            <a:r>
              <a:rPr lang="en-US" dirty="0"/>
              <a:t>Install and configure </a:t>
            </a:r>
            <a:r>
              <a:rPr lang="en-US" dirty="0" err="1"/>
              <a:t>DaisyUI</a:t>
            </a:r>
            <a:r>
              <a:rPr lang="en-US" dirty="0"/>
              <a:t> in a React + Tailwind project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DaisyUI</a:t>
            </a:r>
            <a:r>
              <a:rPr lang="en-US" dirty="0"/>
              <a:t> prebuilt components to accelerate UI development</a:t>
            </a:r>
          </a:p>
          <a:p>
            <a:pPr lvl="1"/>
            <a:r>
              <a:rPr lang="en-US" dirty="0"/>
              <a:t>Customize themes and integrate </a:t>
            </a:r>
            <a:r>
              <a:rPr lang="en-US" dirty="0" err="1"/>
              <a:t>DaisyUI</a:t>
            </a:r>
            <a:r>
              <a:rPr lang="en-US" dirty="0"/>
              <a:t> components into existing layouts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Tailwind styling from Lesson 10</a:t>
            </a:r>
          </a:p>
          <a:p>
            <a:r>
              <a:rPr lang="en-US" dirty="0"/>
              <a:t>UI frameworks and design systems</a:t>
            </a:r>
          </a:p>
          <a:p>
            <a:r>
              <a:rPr lang="en-US" dirty="0" err="1"/>
              <a:t>DaisyUI</a:t>
            </a:r>
            <a:r>
              <a:rPr lang="en-US" dirty="0"/>
              <a:t> components and themes</a:t>
            </a:r>
          </a:p>
          <a:p>
            <a:r>
              <a:rPr lang="en-US" dirty="0"/>
              <a:t>Instructor code-along</a:t>
            </a:r>
          </a:p>
          <a:p>
            <a:r>
              <a:rPr lang="en-US" dirty="0"/>
              <a:t>Guided exploration</a:t>
            </a:r>
          </a:p>
          <a:p>
            <a:r>
              <a:rPr lang="en-US" dirty="0"/>
              <a:t>Coding exercise and peer review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Tailwind utilities to design systems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Tailwind gives flexibility, but can lead to repeated patterns</a:t>
            </a:r>
          </a:p>
          <a:p>
            <a:r>
              <a:rPr lang="en-US" dirty="0"/>
              <a:t>UI frameworks provide consistent defaults and faster assembly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Today: we’ll layer </a:t>
            </a:r>
            <a:r>
              <a:rPr lang="en-US" dirty="0" err="1"/>
              <a:t>DaisyUI</a:t>
            </a:r>
            <a:r>
              <a:rPr lang="en-US" dirty="0"/>
              <a:t> on top of Tailwind, and talk about when that trade-off is worth it.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trade-offs between custom CSS and prebuilt frameworks?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Speed vs control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Consistency vs uniqueness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Learning curve vs long-term maintainability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What Is </a:t>
            </a:r>
            <a:r>
              <a:rPr lang="en-CA" dirty="0" err="1"/>
              <a:t>DaisyUI</a:t>
            </a:r>
            <a:r>
              <a:rPr lang="en-CA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Tailwind-based UI component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on top of Tailwind CSS</a:t>
            </a:r>
          </a:p>
          <a:p>
            <a:r>
              <a:rPr lang="en-US" dirty="0"/>
              <a:t>Adds semantic component classes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navbar</a:t>
            </a:r>
            <a:r>
              <a:rPr lang="en-US" dirty="0"/>
              <a:t>, etc.)</a:t>
            </a:r>
          </a:p>
          <a:p>
            <a:r>
              <a:rPr lang="en-US" dirty="0"/>
              <a:t>Includes themes out of the box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hlinkClick r:id="rId2"/>
              </a:rPr>
              <a:t>DaisyUI</a:t>
            </a:r>
            <a:r>
              <a:rPr lang="en-US" dirty="0"/>
              <a:t> doesn't replace Tailwind. It builds on it.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Use a UI Framework?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Faster prototyping</a:t>
            </a:r>
          </a:p>
          <a:p>
            <a:r>
              <a:rPr lang="en-US" dirty="0"/>
              <a:t>Consistent look and feel</a:t>
            </a:r>
          </a:p>
          <a:p>
            <a:r>
              <a:rPr lang="en-US" dirty="0"/>
              <a:t>Fewer styling decisions per component</a:t>
            </a:r>
          </a:p>
          <a:p>
            <a:r>
              <a:rPr lang="en-US" dirty="0"/>
              <a:t>Solid accessibility baselines (when used correctly)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Trade-Offs to Consider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give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Less granular control by default</a:t>
            </a:r>
          </a:p>
          <a:p>
            <a:r>
              <a:rPr lang="en-US" dirty="0"/>
              <a:t>You inherit the framework's opinions</a:t>
            </a:r>
          </a:p>
          <a:p>
            <a:r>
              <a:rPr lang="en-US" dirty="0"/>
              <a:t>Risk of “</a:t>
            </a:r>
            <a:r>
              <a:rPr lang="en-US" dirty="0" err="1"/>
              <a:t>samey</a:t>
            </a:r>
            <a:r>
              <a:rPr lang="en-US" dirty="0"/>
              <a:t>” UI if you don't customize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skill is choosing when to use it.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Component Categories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look for in the docs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 and navigation (navbar, menu)</a:t>
            </a:r>
          </a:p>
          <a:p>
            <a:r>
              <a:rPr lang="en-US" dirty="0"/>
              <a:t>Containers (card, collapse)</a:t>
            </a:r>
          </a:p>
          <a:p>
            <a:r>
              <a:rPr lang="en-US" dirty="0"/>
              <a:t>Inputs (input, select, checkbox)</a:t>
            </a:r>
          </a:p>
          <a:p>
            <a:r>
              <a:rPr lang="en-US" dirty="0"/>
              <a:t>Feedback (alert, badge)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Pick components that replace repeated markup.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Themes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Theme-driven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Themes affect colors and component appearance</a:t>
            </a:r>
          </a:p>
          <a:p>
            <a:r>
              <a:rPr lang="en-US" dirty="0"/>
              <a:t>Switch theme values to quickly compare options</a:t>
            </a:r>
          </a:p>
          <a:p>
            <a:r>
              <a:rPr lang="en-US" dirty="0"/>
              <a:t>Applied via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data-theme</a:t>
            </a:r>
            <a:r>
              <a:rPr lang="en-US" dirty="0"/>
              <a:t> attribute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our project, we set the theme from React (layout wrapper).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Guided Exploration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968D-EA92-8E7D-6693-0780B31A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your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 three </a:t>
            </a:r>
            <a:r>
              <a:rPr lang="en-US" dirty="0" err="1"/>
              <a:t>DaisyUI</a:t>
            </a:r>
            <a:r>
              <a:rPr lang="en-US" dirty="0"/>
              <a:t> components that could improve your current app.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each, answer:</a:t>
            </a:r>
          </a:p>
          <a:p>
            <a:r>
              <a:rPr lang="en-US" dirty="0"/>
              <a:t>What problem does this solve?</a:t>
            </a:r>
          </a:p>
          <a:p>
            <a:r>
              <a:rPr lang="en-US" dirty="0"/>
              <a:t>Which existing markup could it replace?</a:t>
            </a:r>
          </a:p>
          <a:p>
            <a:r>
              <a:rPr lang="en-US" dirty="0"/>
              <a:t>What would you still need Tailwind utilities for?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make use of the </a:t>
            </a:r>
            <a:r>
              <a:rPr lang="en-CA" dirty="0" err="1"/>
              <a:t>DaisyUI</a:t>
            </a:r>
            <a:r>
              <a:rPr lang="en-CA" dirty="0"/>
              <a:t> library, where appropriate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a front-end component styling library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Update at least one existing component to use </a:t>
            </a:r>
            <a:r>
              <a:rPr lang="en-CA" dirty="0" err="1"/>
              <a:t>DaisyUI</a:t>
            </a:r>
            <a:r>
              <a:rPr lang="en-CA" dirty="0"/>
              <a:t>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Apply a theme and confirm it changes the UI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Install and configure </a:t>
            </a:r>
            <a:r>
              <a:rPr lang="en-US" dirty="0" err="1"/>
              <a:t>DaisyUI</a:t>
            </a:r>
            <a:r>
              <a:rPr lang="en-US" dirty="0"/>
              <a:t> in a React + Tailwind project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DaisyUI</a:t>
            </a:r>
            <a:r>
              <a:rPr lang="en-US" dirty="0"/>
              <a:t> prebuilt components to accelerate UI development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Customize themes and integrate </a:t>
            </a:r>
            <a:r>
              <a:rPr lang="en-US" dirty="0" err="1"/>
              <a:t>DaisyUI</a:t>
            </a:r>
            <a:r>
              <a:rPr lang="en-US" dirty="0"/>
              <a:t> components into existing layouts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11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Submit:</a:t>
            </a:r>
          </a:p>
          <a:p>
            <a:r>
              <a:rPr lang="en-US" dirty="0"/>
              <a:t>One screenshot or snippet showing </a:t>
            </a:r>
            <a:r>
              <a:rPr lang="en-US" dirty="0" err="1"/>
              <a:t>DaisyUI</a:t>
            </a:r>
            <a:r>
              <a:rPr lang="en-US" dirty="0"/>
              <a:t> component integration</a:t>
            </a:r>
          </a:p>
          <a:p>
            <a:r>
              <a:rPr lang="en-US" dirty="0"/>
              <a:t>One screenshot or snippet showing theme customization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 ready to share:</a:t>
            </a:r>
          </a:p>
          <a:p>
            <a:r>
              <a:rPr lang="en-US" dirty="0"/>
              <a:t>One benefit of </a:t>
            </a:r>
            <a:r>
              <a:rPr lang="en-US" dirty="0" err="1"/>
              <a:t>DaisyUI</a:t>
            </a:r>
            <a:endParaRPr lang="en-US" dirty="0"/>
          </a:p>
          <a:p>
            <a:r>
              <a:rPr lang="en-US" dirty="0"/>
              <a:t>One drawback compared to custom Tailwind styling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16768</TotalTime>
  <Words>528</Words>
  <Application>Microsoft Macintosh PowerPoint</Application>
  <PresentationFormat>Widescreen</PresentationFormat>
  <Paragraphs>103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From Tailwind utilities to design systems</vt:lpstr>
      <vt:lpstr>Quick Poll</vt:lpstr>
      <vt:lpstr>What are the trade-offs between custom CSS and prebuilt frameworks?</vt:lpstr>
      <vt:lpstr>What Is DaisyUI?</vt:lpstr>
      <vt:lpstr>A Tailwind-based UI component library</vt:lpstr>
      <vt:lpstr>Why Use a UI Framework?</vt:lpstr>
      <vt:lpstr>Common benefits</vt:lpstr>
      <vt:lpstr>Trade-Offs to Consider</vt:lpstr>
      <vt:lpstr>What you give up</vt:lpstr>
      <vt:lpstr>Component Categories</vt:lpstr>
      <vt:lpstr>What to look for in the docs</vt:lpstr>
      <vt:lpstr>Themes</vt:lpstr>
      <vt:lpstr>Theme-driven styling</vt:lpstr>
      <vt:lpstr>Guided Exploration</vt:lpstr>
      <vt:lpstr>Refactoring your app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151</cp:revision>
  <dcterms:created xsi:type="dcterms:W3CDTF">2025-05-09T22:20:28Z</dcterms:created>
  <dcterms:modified xsi:type="dcterms:W3CDTF">2026-02-06T01:33:47Z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