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82" r:id="rId4"/>
    <p:sldId id="306" r:id="rId5"/>
    <p:sldId id="299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11" r:id="rId15"/>
    <p:sldId id="305" r:id="rId16"/>
    <p:sldId id="314" r:id="rId17"/>
    <p:sldId id="312" r:id="rId18"/>
    <p:sldId id="315" r:id="rId19"/>
    <p:sldId id="313" r:id="rId20"/>
    <p:sldId id="317" r:id="rId21"/>
    <p:sldId id="316" r:id="rId22"/>
    <p:sldId id="295" r:id="rId23"/>
    <p:sldId id="318" r:id="rId24"/>
    <p:sldId id="319" r:id="rId25"/>
    <p:sldId id="258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2"/>
    <p:restoredTop sz="94679"/>
  </p:normalViewPr>
  <p:slideViewPr>
    <p:cSldViewPr snapToGrid="0">
      <p:cViewPr varScale="1">
        <p:scale>
          <a:sx n="60" d="100"/>
          <a:sy n="60" d="100"/>
        </p:scale>
        <p:origin x="319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04:44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9314 7401 1836 0,'0'0'0'0,"0"0"0"16,0 0-246-16,0 0 1 0,0 0-1 0,0 0 2 15,0 0 244-15,21 18 0 0,-13-16 0 0,1 2 0 0,7 0-37 16,-1 0 1-16,0 2 0 0,3-6 0 0,5 0 36 15,-2 2 0-15,-2-2 0 0,-4 0 0 0,3-2 5 16,-1-2 1-16,0 0 0 0,2 2 0 0,6-2-6 16,-4 4 0-16,0-4 0 0,2 2 0 0,-3 2 11 15,1 0 0-15,0-4 0 0,4 2 1 0,3 2-12 16,-3-2 0-16,2 0 0 0,-2 2 0 0,4 2 28 16,2 0 2-16,1 0-1 0,-3-2 0 0,5 0-29 0,-1 0 0 15,2-2 0-15,-1 0 0 0,6 2 25 0,-3 0 0 16,1-2 0-16,-2-2 1 0,3 0-26 0,-1 2 0 15,6-4 0-15,2 4 0 0,2-2 8 0,0 2 0 16,0-2 0-16,-2 2 1 0,-6 0-9 0,4 2 0 16,2-2 0-16,0 0 0 0,0 2 11 0,4 2 1 15,-4-6 0-15,8-2 0 0,-2 0-12 0,1-2 0 16,-3 1 0-16,2 3 0 0,0 0 8 0,2 4 1 0,1-6-1 16,1-2 1-16,-1-2-9 0,5 4 0 0,-3 2 0 15,-3-2 0-15,-4 2 13 0,2 2 1 0,1 0 0 16,3-2 0-16,-6 2-14 0,5 2 0 0,-3-4 0 15,4 0 0-15,-3 0 3 0,-1 2 1 0,2-4 0 16,-2 6 0-16,1-4-4 0,-1 4 0 0,2-2 0 16,1 0 0-16,3 0 10 0,1 0 1 0,-3 0-1 15,-6-2 1-15,5 0-11 0,-5 2 0 0,6 0 0 0,1 0 0 16,1 2 5-16,-1 0 0 0,-3-4 0 0,2 1 1 16,-1-3-6-16,-5 4 0 0,10-2 0 0,1 2 0 15,-2-4-1-15,3 2 0 0,-1 0 0 0,-5 0 0 16,-1 2 1-16,1-8 0 0,-1 6 0 0,5 0 0 15,1 2 3-15,-1-2 0 0,-1 2 0 0,-7 2 1 0,3 0-4 16,-1 2 0-16,2 2 0 0,-1-4 0 0,-3 2 3 16,4 2 0-16,-1-4 0 0,1 4 1 0,0 2-4 15,1 0 0-15,-1-2 0 0,-1-2 0 0,-3 4 0 16,2-6 1-16,1 6 0 0,1 0 0 0,1 2-1 16,1 3 0-16,-2-1 0 0,-5 0 0 0,3 0 0 15,-4 0 1-15,5-4 0 0,1 6 0 0,0-6-1 16,1 0 0-16,-3 2 0 0,1-2 0 0,-1-4 3 0,2 4 0 15,5-4 0-15,-3 2 0 0,9-2-3 0,-4-2 0 16,0 0 0-16,-1 2 0 0,3-2 6 0,-6 0 0 16,12 0 0-16,-6 0 0 0,6 0-6 0,0 0 0 15,-2 0 0-15,-6 0 0 0,7-2 5 0,-9 0 0 0,8 2-1 16,-4 2 1-16,2-2-5 0,-2 0 0 0,2-2 0 16,-3-2 0-16,1-2 1 0,-4 2 1 0,8 4-1 15,-4 0 1-15,6 0-2 0,0 0 0 0,-4-4 0 16,-1 2 0-16,3 2 20 0,-4 0 1 0,4-4-1 15,-2 4 1-15,2 4-21 0,-2-4 0 0,2 2 0 16,-2-2 0-16,4 0 15 0,-2 0 1 0,-2 0-1 16,-5 0 2-16,1 0-17 0,-6 4 0 0,7-4 0 15,1 0 0-15,0-4 5 0,0 2 0 0,-1 4 0 16,-1 2 1-16,-2 4-6 0,2-2 0 0,-1-6 0 0,3 0 0 16,0-6 11-16,2 0 1 0,-3 4-1 0,-1 2 1 15,0 2-12-15,-3 0 0 0,3-4 0 0,0 0 0 16,4-2 13-16,-2 2 1 0,1 2 0 0,-5 0 0 0,2 0-14 15,-1 0 0-15,3 0 0 0,0-4 0 0,-4 0 3 16,1 0 1-16,1 2-1 0,-2 2 1 0,4 0-4 16,-5 0 0-16,1 2 0 0,-1 0 0 0,1 2-18 15,4 2 1-15,-7-4 0 0,1 2 0 0,-3 0 17 16,-1 0 0-16,3-2 0 0,-4-2 0 0,1 0-12 16,-3 4 0-16,0-4 0 0,-1 2 1 0,-1 2 11 15,-2 0 0-15,-2 1 0 0,0 1 0 0,-4-6 9 0,3 0 0 16,-5 2 0-16,4 4 1 0,2-6-10 0,-4 6 0 15,0-4 0-15,-1 4 0 0,-3 0 17 0,4 0 0 16,-4-4 0-16,-1 4 1 0,-5-4-18 0,3 2 0 16,1-4 0-16,3 0 0 0,-3 2 10 0,1 0 1 15,1 0-1-15,-7 0 2 0,5 0-12 0,0 2 0 16,-3-4 0-16,-6 0 0 0,2-4-8 0,-3 2 2 16,1 2-1-16,-2 0 1 0,2-2 6 0,-6 0 0 0,6 2 0 15,0-2 0-15,0 0-4 0,0-2 1 0,-3 2 0 16,1 2 0-16,2-4 3 0,-2 2 0 0,0 0 0 15,-4 2 0-15,4-6 1 0,0 6 0 0,-2-6 0 16,0 0 0-16,2-2-1 0,-2 2 0 0,0-2 0 16,-2-1 0-16,0-1-9 0,0 0 0 0,0 4 0 15,-2-4 0-15,4 2 9 0,1 0 0 0,-3 2 0 16,-2 4 0-16,0-4 26 0,-2 4 1 0,-1-4 0 16,-1 0 0-16,0-8-27 0,1 2 0 0,-1 3 0 0,0 1 0 15,1 2 27-15,-1 0 0 0,-2-2 0 0,-1 2 1 16,-1-2-28-16,1 2 0 0,1 0 0 0,3-6 0 15,1 0 20-15,-6 2 0 0,3-4-1 0,1 4 1 0,-3-1-20 16,-1 3 0-16,-1-6 0 0,-1 4 0 16,1 0-10-16,-2-4 1 0,-1 4 0 0,1 0 0 0,-2 4 9 15,-1-6 0-15,5 0 0 0,-4 2 0 0,1-3 16 16,1 5 1-16,-2-6-1 0,0 4 1 0,1 0-17 16,-3-2 0-16,2 0 0 0,-2 2 0 0,-2-4 2 15,-1-4 0-15,1 3 0 0,-2-1 0 0,0 0-2 16,0-2 0-16,2 0 0 0,2 6 0 0,-4 2-2 0,0-4 0 15,0 1 0-15,0 1 1 0,0 2 1 0,-4-4 0 16,0 2 0-16,1-2 0 0,-3-6 12 0,0 2 0 16,-2 1 0-16,1 3 0 0,-3-4-12 0,1-2 0 15,1 4 0-15,-4-2 0 0,3 2 2 0,-1-3 0 16,1 3 0-16,-1 2 0 0,1 0-2 0,-3 0 0 16,-1-2 0-16,-5-2 0 0,1 2 9 0,-4-3 2 0,2 1-1 15,2 4 0-15,-3-4-10 0,3 2 0 0,-6-2 0 16,-2 2 0-16,0 1-15 0,-3 1 0 0,-1 0 1 15,-4 0 0-15,-1 2 14 0,-3 0 0 0,5 2 0 16,-3-2 0-16,1 0-28 0,-1 0 1 0,-1 1-1 16,-5 3 1-16,1-4 27 0,0 4 0 0,-4 2 0 15,-2-6 0-15,-2 0 15 0,2 2 0 0,-2 2 0 16,0-2 1-16,-2 0-16 0,-2 0 0 0,4 2 0 16,-1 1 0-16,-1-1-3 0,0 0 0 0,-2-2 0 15,-2 0 0-15,3 2 3 0,-5-2 0 0,6 0 0 0,-2 4 0 16,-1-2 0-16,1 2 1 0,-2-2 0 0,4 2 0 15,-5 0-1-15,-1 0 0 0,6-3 0 0,-5 3 0 16,5-2-21-16,-6 2 0 0,1-2 0 0,1 2-1 0,-2-6 22 16,3 4 0-16,-1 0 0 0,0 2 0 0,3 0 24 15,-7-2-1-15,4 2 0 0,-3-2 0 0,-1 2-23 16,-1 0 0-16,1 2 0 0,1 2 0 0,-2 0-6 16,1 2 0-16,-1-7 0 0,-1-1 1 0,3 2 5 15,-3-4 0-15,3 6 0 0,-3-2 0 0,5 6 17 0,-3-4 1 16,1 0-1-16,1 0 1 0,0 2-18 15,3-4 0-15,-5 6 0 0,-1 0 0 0,5 0-13 0,-2 0 1 16,1 0-1-16,-3 0 1 0,-1 0 12 0,-2 2 0 16,-1 2 0-16,3-4 0 0,-6 2-13 0,3 2 0 15,-1 0 0-15,2 0 0 0,-6 2 13 0,3-2 0 16,-1 0 0-16,0 2 0 0,-2-4 19 0,2 2 0 16,-1 0 0-16,3 0 0 0,-4-2-19 0,4-2 0 15,-1 7 0-15,-1-1 0 0,-4 2-15 0,4 4 0 0,-2-6 0 16,2-2 0-16,-2 2 15 0,0 0 0 0,-1 2 0 15,3 2 0-15,4-2-1 0,-4 0 0 0,1 0 0 16,3 2 0-16,4-2 1 0,-3 5 0 0,5-5 0 16,-7 0 0-16,9 0-12 0,-3-2 0 0,0 6 0 15,3-4-1-15,1 4 13 0,-2-2 0 0,2 0 0 16,-3 0 0-16,3 2 19 0,-4 0 0 0,5-3 0 16,3 3 0-16,0-4-19 0,0 4 0 0,6-4 0 15,0 2 0-15,3 0 0 0,3 4 0 0,1-8 0 16,3 4 1-16,-1 0-1 0,6 0 0 0,0-1 0 0,1 1 0 15,3-2 10-15,3 4 0 0,-1-4 0 0,4 0 1 16,0 4-11-16,-4 2 0 0,5-2 0 0,3-2 0 0,3 0-6 16,-1 5 1-16,-3-1-1 0,3 0 1 0,-3 6 5 15,3-4 0-15,-2 4 0 0,1 2 0 16,-1 5 5-16,3-1 0 0,2 0 0 0,-1-2 0 0,3 2-5 16,-4-1 0-16,3 3 0 0,-1 2 0 0,0 0-8 15,1 5 0-15,1-1 0 0,2-6 1 0,0 2 7 16,1 1 0-16,-1-1 0 0,2 4 0 0,2-2-33 15,0 3 1-15,4-1-2 0,1-8 2 0,1 3 32 16,2-1 0-16,1-2 0 0,3 2 0 0,1 0-2 0,-1-1 0 16,1-1 0-16,3-2 1 0,-1 0 1 0,2-2 0 15,2 1 0-15,0 1 0 0,3-8-41 0,2 4 1 16,1 0-1-16,0 2 1 0,6-3 40 0,-4 1 0 16,11 0 0-16</inkml:trace>
  <inkml:trace contextRef="#ctx0" brushRef="#br0" timeOffset="2383.16">27024 2827 382 0,'0'0'0'16,"0"0"0"-16,0 0-5 0,0 0 0 15,0 0 0-15,0 0 1 0,0 0 4 0,4 28 0 16,0-9 0-16,-2 1 0 0,1 8 19 0,1 6 1 15,0-6-1-15,0-1 1 0,0 1-20 0,0-2 0 0,-1 8 0 16,1 1 0-16,0 1 51 0,0 6-1 0,0 5 0 16,0-1 1-16,-1 9-51 0,1-1 0 0,2-6 0 15,2-3 0-15,1-1 30 0,1 1-1 0,-3-1 0 16,-1-10 0-16,0 2-29 0,-2-3 0 0,0-3 0 16,-1 2 0-16,1-6 25 0,-2 3 1 0,0-13 0 15,0 2 0-15,-2-12-26 0,0 2 0 0,0-2 0 16,0-6 0-16,0 0 31 0,0 0 0 0,0 0 0 15,0 0 2-15,0 0-33 0,0 0 0 0,0 0 0 16,0-6 0-16,-2-2 28 0,0 2 0 0,0-14 0 16,-2-12 0-16,-1-9-28 0,-3-3 0 0,2 4 0 0,1-1 0 15,-3 5 14-15,0-4 0 0,4-3 0 0,2-3 1 16,2-3-15-16,-1 1 0 0,-1 0 0 0,0-3 0 16,2 3 14-16,0-3 0 0,2 11 0 0,0-2 0 0,-1 7-14 15,1-5 0-15,2 6 0 0,0 0 0 0,0 5 15 16,2-1 0-16,5 2 0 0,1 4 0 0,1-3-15 15,2-1 0-15,6 4 0 0,2 4 0 0,4 4 4 16,0-5 0-16,-2 7 0 0,2 0 0 0,4 2-4 16,-1 4 0-16,-7 2 0 0,-2 6 0 0,-5 0-4 15,1 6 1-15,-2 2 0 0,-1 4 0 0,-1 2 3 0,-1 7 0 16,-1-1 0-16,1 4 0 0,-3 6 2 0,1 4 1 16,-4 1-1-16,-6 3 1 0,0 2-3 0,0 7 0 15,-4-11 0-15,-4 2 0 0,-1 3-9 0,-5-5 0 16,-1 2 0-16,-1-7 1 0,-1 1 8 0,0-4 0 15,-2-2 0-15,0-6 0 0,-4-5-5 0,0 1 1 0,0-4-1 16,1 0 1-16,3-4 4 0,-2-2 0 0,6-2 0 16,0 0 0-16,3-8 4 0,-1 2 0 0,1 0 0 15,1 2 0-15,1 0-4 0,2-6 0 0,1 6 0 16,-3-4 0-16,4 2 11 0,2 0 0 0,4 2 0 16,-5-4 1-16,5 4-12 0,0 0 0 0,0 0 0 15,-4 0 0-15,4 0 0 0,0-2 0 0,0 2 0 16,4 0 1-16,-4 0-1 0,4 0 0 0,5 8 0 15,5-2 0-15,5 4 1 0,2 0 1 0,4 6-1 16,-2 2 1-16,-2 3-2 0,4 1 0 0,0-2 0 16,-2 0 0-16,2-6 0 0,0 0 0 0,-4 7 0 0,4-7 1 15,-1 4-1-15,1-4 0 0,0-6 0 0,-4-2 0 16,2-6 2-16,0 0 1 0,2 0 1 0,2 0-1 16,0 0-3-16,-2-4 0 0,0 2 0 0,0-6 0 15,0-4 6-15,0-2 0 0,-4-4 0 0,2 1 0 0,0-3-6 16,-2 0 0-16,0-2 0 0,0-2 0 0,0-1 4 15,-4-1 1-15,-1-2-1 0,-1 2 1 0,-2-2-5 16,1 1 0-16,-3-5 0 0,-3 2 0 0,-2-4-16 16,0-1 1-16,-3 1 0 0,1 2-1 0,0 3 16 15,-2-5 0-15,-2 6 0 0,-4 2 0 0,-3 0-6 0,-1 3 1 16,0 9-1-16,1 2 1 0,-1 4 5 0,-2 2 0 16,4 4 0-16,5-4 0 0,1 6-3 0,-4 0 0 15,4 0 0-15,-4 0 1 0,4 0 2 0,-4 2 0 16,0 2 0-16,-2 6 0 0,1 2 1 0,-5 0 0 15,2 10 0-15,1 5 1 0,1 3-2 0,2 4 0 16,4-2 0-16,4-5 0 0,4 1-3 0,1-2 1 0,5 2-1 16,-1 7 1-16,4-1 2 0,3 0 0 0,1-6 0 15,0-1 0-15,0-5-26 0,2 4 1 0,0-6-1 16,0-4 1-16,2-4 25 0,0-3 0 0,-4-5 0 16,0 2 0-16,2-6-122 0,0 0 1 0,-2-6 0 15</inkml:trace>
  <inkml:trace contextRef="#ctx0" brushRef="#br0" timeOffset="3466.49">28703 2821 113 0,'0'0'0'0,"0"0"0"16,0 0 28-16,0 0 2 0,0 0-1 0,18-26 0 16,-11 22 17-16,1-6 1 0,-4 6 1 0,-2-2-1 15,-2 0 2-15,0 6 1 0,0-4-1 0,0 4 1 0,-4 0-5 16,4 0 0-16,-10 4 0 0,1 2 0 0,-5 2-45 15,1-2 0-15,-4 4 0 0,-6 6 0 0,-2-2-65 16,-4 6 0-16,6-4-1 0,4 3 2 0,2-5 64 16,1 2 0-16,3 2 0 0,-4 4 0 0,-1-6 54 15,3 4 0-15,0 5 1 0,-1 3-1 0,1-6-54 16,0 10 0-16,1-5 0 0,3 1 0 0,-3 2 35 16,1 2 2-16,3-5-2 0,3 1 1 0,1 0-36 0,0-2 0 15,2 0 0-15,2-3 0 0,2-3 38 0,0 0 0 16,2-6 1-16,2-6 0 0,2-2-39 0,0 0 0 15,-1 0 0-15,-1-4 0 0,0 0 31 0,0-2 1 16,4 0 0-16,1 4 1 0,3-8-33 0,-5 0 0 16,9-6 0-16,-1-4 0 0,6-6 9 0,2 4 1 0,-8-4 0 15,-3-3 0-15,-3 3-10 0,-1 0 0 0,-2 0 0 16,0-8 0-16,-4 2 7 0,-1-1 0 0,3 1 0 16,-2 2 1-16,2 4-8 0,-2-7 0 0,2 7 0 15,0 6 0-15,-1 0 4 0,3 2 1 0,-2 6-1 16,-2 4 1-16,-2 2-5 0,0 0 0 0,0 0 0 15,-2-6 0-15,2 6-2 0,0 0 0 0,2 6 0 16,-2-6 1-16,2 6 1 0,-2-4 0 0,2 16 0 16,4 12 0-16,1 9 5 0,-1 5 1 0,2-6 0 15,-1-3 0-15,3 1-6 0,3 2 0 0,3-9 0 16,-1-3 0-16,0-6-33 0,3 2 0 0,-1-8 0 0,0-2 1 16,2-4 32-16,-1-8 0 0,-1 0 0 0,-2-4 0 15,-1-4-134-15,-1 0 1 0,4-12-1 0,2-2 1 0,3-4 133 16,-3-7 0-16,2-1 0 0,-2 0 0 0,0-5-93 15,0-1-1-15,0 6 1 0,-1 4-1 0,1-1 94 16,-2 3 0-16,0 2 0 0,-3-8 0 0,1 1-34 16,0 5 0-16,1 0-1 0,-3 0 2 0,1 8 33 15,-1-7 0-15,1 5 0 0,-1 2 0 0,-2 2-18 16,-3 2 0-16,4 2 0 0,-1-1 1 0,1 9 17 0,-3-2 0 16,-1 2 0-16,-2 0 0 0,-1 6 9 0,1-4 1 15,-2 2-1-15,-4 2 1 0,4-2-10 0,-4 2 0 16,4 0 0-16,-4 0 0 0,0 4 105 0,0-4-1 15,-2 4 1-15,2-4-1 0,-2 6-104 0,0-4 0 16,-4 10 0-16,-2 2 0 0,-3 3 75 0,-1 3-1 16,3-2 1-16,1-4-1 0,1-2-74 0,-3 2 0 15,2 0 0-15,4 3 0 0,-1-3 66 0,-1 4-1 16,-2 4 1-16,1 4 0 0,1 0-66 0,0 5 0 0,2 1 0 16,2-6 0-16,2 2 45 0,2 3 0 0,4-5 1 15,-2 6 0-15,4-4-46 0,-1-1 0 0,3-5 0 16,-1 4 0-16,5-10 36 0,-3 2 1 0,1-4 0 15,-1 0 0-15,5-5-37 0,-1 1 0 0,-2-6 0 16,-1 0 0-16,-1-4-1 0,1 0 1 0,5-6-1 16,4-2 1-16,6-7 0 0,0 3 0 0,-2-10 0 15,-2 2 0-15,-2-8-6 0,0-4 0 0,0 3 0 16,-2 1 0-16,-1-4 6 0,-1-3 0 0,0-1 0 0,-4-2 0 16,1-4-11-16,-1 1 1 0,-1-5 0 0,-3 5 0 15,-1-1 10-15,-2 0 0 0,0-5 0 0,-4 5 0 16,-2-6-44-16,-2 5 1 0,2-3 0 0,0 4-1 0,0-5 44 15,-2 5 0-15,0 4 0 0,-2 7 0 0,0-1 6 16,-2 4 2-16,3 10-1 0,1 1 0 0,2 9-7 16,-2-2 0-16,0 6 0 0,2 4 0 0,-4-4 5 15,2 10 1-15,2-4 0 0,0-2 0 0,0 0-6 16,-4 6 0-16,0 9 0 0,-1 5 0 0,-3 8 7 0,-2 4 0 16,5 0 0-16,-1 3 0 0,4-1-7 15,0 0 0-15,2 7 0 0,0-5 0 0,-2 6 14 0,2 1 1 16,4 9 0-16,-4-6 0 0,4 9-15 0,1-1 0 15,1-5 0-15,-4 1 0 0,0-3-5 0,-2 3 1 16,2-10-1-16,2-1 1 0,2-5 4 0,-3-4 0 16,1 2 0-16,2-5 0 0,2-5-113 0,-1 0 1 0,3-8-1 15</inkml:trace>
  <inkml:trace contextRef="#ctx0" brushRef="#br0" timeOffset="3667.16">29720 2890 136 0,'0'-2'0'0,"-2"-10"0"0,0-1 22 0,-2 3 1 0,-2-4-1 16,-1-4 0-16,-5-4 25 0,1 0 0 0,3 6 1 15,0 8-1-15,2 6-47 0,1 2 0 0,1 0 0 16,4 0 0-16,0 0-74 0,2 6 0 0,-2-6 0 16,0 0 0-16,-4-4 74 0,4 4 0 0,0 0 0 0,0 0 0 15,0 0-10-15,0 0 1 0,6-2-1 0,1-5 1 16,5 5 9-16,-1-4 0 0,16-4 0 0,2-4 0 0,11-2-10 15,6-4 0-15,-6 0 0 0</inkml:trace>
  <inkml:trace contextRef="#ctx0" brushRef="#br0" timeOffset="5484.45">30868 1438 393 0,'0'0'0'15,"0"0"0"-15,0 0 32 0,8 22 0 0,-8-18 0 16,-4-2 2-16,-2-2-34 0,0 0 0 0,-7 4 0 0,-6-2 0 16,-6 2 19-16,-6-2 0 0,-1 0 0 0,-1-2 1 15,0 0-20-15,-3 4 0 0,-2-4 0 0,-3 0 0 16,1 0 42-16,-4 2 2 0,-6 2-1 0,0-2 0 15,-5 4-43-15,-1 2 0 0,-11-2 0 0,0-4 0 16,-6 2 33-16,2 2 2 0,-4-4-1 0,2 7 0 0,-3 3-34 16,-1-4 0-16,-3 0 0 0,-1 2 0 0,-1 0 30 15,-5 2 0-15,7 0 1 0,-1-2-1 0,5 4-30 16,-3 2 0-16,0-1 0 0,7 1 0 0,-1 2 21 16,2 2 0-16,-6 0 0 0,0 2 1 0,1-1-22 15,-5 1 0-15,3 0 0 0,-3-2 0 0,2-2 15 0,-1 2 1 16,1 1 0-16,1-5 0 0,1 2-16 0,2-4 0 15,-5 6 0-15,-1-4 0 0,-1 2 7 0,-3 3 1 16,9-7-1-16,3-4 1 0,4 2-8 0,0 0 0 16,7-4 0-16,1 6 0 0,9 0 19 0,0-2 1 15,8 2-1-15,2-1 1 0,6-5-20 0,3-2 0 16,3 4 0-16,1 0 0 0,2 0 7 0,0 2 0 16,2-6 0-16,4 2 2 0,2 4-9 0,2-4 0 0,5-2 0 15,3 0 0-15,3 0 6 0,2-1 0 0,-2-1 0 16,0-2 0-16,3 2-6 0,3-4 0 0,-2 2 0 15,2 4 0-15,-2-4 5 0,2 2 0 0,0 2 0 16,-2-2 0-16,2 6-5 0,0-2 0 0,4 0 0 16,1 4 0-16,7 8-2 0,-2-4 1 0,-3 5-1 15,1 5 1-15,1 0 1 0,-1-4 0 0,0 4 0 16,-2 3 0-16,-1-7-3 0,1 6 0 0,0 2 0 16,1 1 1-16,-1 3 2 0,2 0 0 0,1 6 0 15,1 7 0-15,2 1 10 0,-3 3 1 0,1 7-1 0,-1-3 1 16,3 1-11-16,-4 7 0 0,-1 3 0 0,1 3 0 15,0-1-7-15,-3 7 0 0,1-5 0 0,0-3 1 16,0-2 6-16,-3 1 0 0,1-3 0 0,2 5 0 0,2-1 5 16,-1 1 0-16,-1-13 0 0,0-1 1 0,1-9-6 15,1 1 0-15,-4-6 0 0,0 1 0 0,-2-13 6 16,0 4 0-16,0-4 0 0,-2 1 1 0,0-3-7 16,0-4 0-16,0 0 0 0,-2-2 0 0,2 4-4 15,0-5 0-15,-2-3 0 0,-2-6 0 0,0 0 4 16,0-2 0-16,0-2 0 0,2-2 0 0,2 0 2 0,0 2 1 15,-1-4 0-15,-1 4 0 0,2-6-3 0,-4 0 0 16,4 0 0-16,-4 6 0 0,4-6-3 0,-6 2 1 16,2 2-1-16,4-4 1 0,0 0 2 0,-3 0 0 15,3 0 0-15,-4 2 0 0,4-2-7 0,0 0 1 16,0 0 0-16,0 0 0 0,0 0 6 0,0 0 0 16,4-2 0-16,-1-2 0 0,3 2-2 0,2-4 1 15,9 0-1-15,4-2 1 0,4-4 1 0,4 4 0 0,0 0 0 16,-3 4 0-16,3 2 1 0,0 2 1 0,7 0 0 15,3-6 0-15,-1 4-2 0,4-4 0 0,2 2 0 16,2 2 0-16,-2-6-3 0,4-2 1 0,8 1-1 16,3 1 1-16,7-4 2 0,-3 2 0 0,6 4 0 15,0-6 0-15,6 4 5 0,1 0 1 0,-1-4-1 16,2-2 1-16,0 0-6 0,1-1 0 0,-5 3 0 16,0-2 0-16,-4 0 3 0,2 0 1 0,2 2 0 15,1 0 0-15,3 2-4 0,0 0 0 0,-2-4 0 16,-4 3 0-16,-2-3-5 0,-2-4 1 0,0 6-1 0,-4 2 1 15,0-2 4-15,-1 0 0 0,1 2 0 0,-2 0 0 16,1 2-1-16,-3 0 1 0,-1-1 0 0,1-1 0 0,-3 0 0 16,1 2 0-16,-7-4 0 0,-2 4 0 0,-4-2-12 15,-4 0 0-15,-1 4 0 0,-1-6 0 0,-4 4 12 16,-3-4 0-16,2 1 0 0,-1 1 0 0,-3 0-11 16,-2 0-1-16,0 0 1 0,2-2 0 0,-3 4 11 15,-1-6 0-15,-2 8 0 0,-2-2 0 0,2 2-4 16,0 0 1-16,-3-2-1 0,-5-2 1 0,-2 1 3 15,-1 1 0-15,-4 2 0 0,-1 4 0 0,-1-2-2 0,-2 2 0 16,0-2 0-16,-1 2 0 0,1 0 2 16,-4 2 0-16,6-4 0 0,-6 4 0 0,6-2 2 0,-2-2 0 15,-1 2 0-15,3 0 1 0,2-4-3 0,0 6 0 16,-1-6 0-16,5 6 0 0,3-6 0 0,-2 4 1 16,1-2-1-16,-1 2 1 0,-3-4-1 0,0 4 0 15,-1-4 0-15,-1 6 0 0,-2-4 11 0,-1 2 1 0,-1-2-1 16,0 2 2-16,-2 0-13 0,-2 2 0 0,6-6 0 15,-3 0 0-15,1-3 2 0,2 3 1 0,2-2 0 16,-3-8 0-16,1-2-3 0,2-2 0 0,0-4 0 16,-5-5 0-16,1-1 7 0,0-2 0 0,-2-8 0 15,-2 3 1-15,0-3-8 0,-2 0 0 0,2-7 0 16,0 3 0-16,0-2 24 0,-2-3 0 0,0 1 0 16,0 1 1-16,0-1-25 0,0 0 0 0,1-1 0 15,-3-5 0-15,0-1 16 0,0 1 2 0,-2-3-1 0,-1 3 0 16,-1-5-17-16,0 3 0 0,1 1 0 0,-3 3 0 15,0 0 20-15,1-1 0 0,1 7 0 0,1 1 0 16,1 1-20-16,0 8 0 0,2 1 0 0,-2 7 0 16,1 2-5-16,-1 0 0 0,0 4 0 0,0 1 0 0,3-1 5 15,-3 2 0-15,2 0 0 0,0-4 0 0,0 0 17 16,0 3 0-16,1 1 0 0,-1 0 2 0,4 0-19 16,0-2 0-16,-2 2 0 0,-2-5 0 0,0 1-21 15,0 4 2-15,2 0 0 0,1 2 0 0,-3 2 19 16,0 1 0-16,0 1 0 0,2 2 0 0,2 4 8 15,0-2 0-15,-2 2 0 0,0 2 0 0,0 2-8 0,0-2 0 16,2-4 0-16,0 2 0 0,-1 2-6 0,-1 2 1 16,2-2 0-16,0-1 0 0,2 1 5 0,-1 0 0 15,-1 0 0-15,-1 2 0 0,1-2 1 0,0 0 1 16,0 0-1-16,0-2 1 0,0 4-2 0,0 2 0 16,0-4 0-16,0 4 0 0,0-4 0 0,-2 2 1 15,2 2 0-15,0-4 0 0,0 6-1 0,0-2 0 0,0 2 0 16,0 0 0-16,0 0-6 0,0 0 0 0,0 0 0 15,0 0 1-15,0 0 5 0,0-6 0 0,0 6 0 16,0 0 0-16,0 0-15 0,0 0 0 0,0 0 0 16,0 0 0-16,0 0 15 0,0 0 0 0,0 0 0 15,0 0 0-15,0 0-41 0,0 0 1 0,-4 6 0 16,2-4 0-16,0 4 40 0,0 0 0 0,-9 8 0 16</inkml:trace>
  <inkml:trace contextRef="#ctx0" brushRef="#br0" timeOffset="52851.68">12217 8405 168 0,'0'0'0'16,"0"0"0"-16,0 0 45 0,0 0 1 0,21 8-1 15,-15-6 2-15,-1-2-47 0,3-2 0 0,2 0 0 16,1 2 0-16,5-6 41 0,-5 2 1 0,2 2 0 16,3 2 1-16,-3 0-43 0,3 2 0 0,-1-2 0 15,-4 0 0-15,1 0 22 0,1 2 1 0,1-2 0 16,3 0 0-16,2 2-23 0,-2 0 0 0,1-2 0 0,-1 0 0 16,2 4 30-16,-4-4 2 0,5 2-1 0,-5-2 0 15,2 0-31-15,0 0 0 0,5 0 0 0,-7 2 0 16,4-2 33-16,-2 0 0 0,3 2 1 0,1 2 0 0,2 0-34 15,0 2 0-15,0-6 0 0,-6 2 0 0,6 0 14 16,-6 0 1-16,2 3 0 0,0-1 0 16,3 0-15-16,-3 2 0 0,2-2 0 0,0 2 0 0,4-2 12 15,0 2 0-15,-2 0 0 0,-6 0 0 0,6 0-12 16,-4 0 0-16,2-2 0 0,0 2 0 0,0-2 21 16,2-2 0-16,-1 2-1 0,4-2 1 0,3 4-21 15,0-6 0-15,-2 0 0 0,-2 0 0 0,2 0 4 0,-1-6 1 16,5 4 0-16,0 2 0 0,-4 0-5 15,1-4 0-15,1 4 0 0,0 4 0 0,0-4 0 0,-1 2 0 16,-1 0 0-16,2 2 0 0,2-4 0 0,-6 2 0 16,5 2 0-16,-1-2 0 0,2 2 3 0,-1-2 1 15,1-2-1-15,-2 0 1 0,3-2-4 0,3 0 0 16,-6 2 0-16,3 0 0 0,3-2 5 0,-1 0 1 0,1-2 0 16,1 2 0-16,-1-2-6 0,-1 2 0 0,3 0 0 15,3-2 0-15,0 2 12 0,0-4 1 0,-5 2 1 16,5 2-1-16,-3 0-13 0,-3 2 0 0,6-4 0 15,-5 2 0-15,1 2 9 0,-1-4 0 0,5 4 0 16,-5 0 0-16,3 0-9 0,-3 4 0 0,3-8 0 16,-2 2 0-16,1-2 3 0,1 2 0 0,2 2 0 15,-3 2 0-15,-1 0-3 0,3 0 0 0,1-2 0 16,-6 0 0-16,7-2 1 0,-7 0 1 0,4 2 0 16,1 0 0-16,3-2-2 0,0 0 0 0,-4 2 0 15,1 0 0-15,1-4 3 0,-3 2 0 0,1 2 0 0,2 2 1 16,0-2-4-16,-3 0 0 0,3 0 0 0,2 4 0 15,6-4 6-15,-8 0 0 0,3 0 0 0,-3 2 0 16,-2 0-6-16,2 2 0 0,3-2 0 0,-3-2 0 0,4 0 1 16,0 0 1-16,-2 0 0 0,2 4 0 0,2-4-2 15,-1 2 0-15,-3 2 0 0,0-4 0 0,0 2 1 16,2 0 0-16,2 0 0 0,-4 0 0 0,2 0-1 16,2 2 0-16,0-4 0 0,-3 2 0 0,3 2 3 15,-4-4 0-15,4 2 0 0,2 0 1 0,-2 2-4 16,4-4 0-16,1 0 0 0,-1 0 0 0,4 0 6 0,2-4 0 15,-7 2 0-15,3 0 0 0,0 2-6 0,2-4 0 16,-1 2 0-16,-1-4 0 0,0 2 1 0,2 0 1 16,-5 0 1-16,7 2-1 0,-4-4-2 0,3 4 0 15,-1-2 0-15,-4 2 0 0,0-2 6 0,-2 0 1 16,5 0-1-16,-1 2 1 0,0 2-7 0,2-4 0 16,-3 2 0-16,-1 2 0 0,4 0 1 0,-8-4 1 0,4 4 0 15,0 0 0-15,-2-2-2 0,-1 0 0 0,3 0 0 16,0 2 0-16,4-2 0 0,-4 0 1 0,-2 2 0 15,0 0 0-15,-4-4-1 0,0 1 0 0,2 3 0 16,4 3 0-16,-2-3 8 0,1 0 1 0,-5 4 0 16,1-4 0-16,-3 2-9 0,-2 2 0 0,2 0 0 15,-2 0 0-15,3-2-4 0,-5-2 0 0,2 4 0 16,2-4 1-16,-1 0 3 0,1 2 0 0,-2 0 0 16,-2 0 0-16,3 0 5 0,-1 0 1 0,0 2-1 0,-5-2 1 15,1 2-6-15,1 0 0 0,1 0 0 0,-4-4 0 16,5 0-8-16,-3 2 1 0,-3 2 0 0,1 2 0 15,-5 2 7-15,2-2 0 0,-1-4 0 0,-3 4 0 16,2 0 1-16,0-4 0 0,-2 4 0 0,-2 0 1 16,-8 0-2-16,6-2 0 0,-6 7 0 0,0-5 0 0,1 2-54 15,-3 2 0-15,0 0 1 0,-1 4 0 0,-1-2 53 16,1 2 0-16,-5 4 0 0</inkml:trace>
  <inkml:trace contextRef="#ctx0" brushRef="#br0" timeOffset="55749.93">4170 8708 202 0,'0'0'0'0,"0"0"0"15,0 0-37-15,0 0-1 0,0 0 1 0,0 0 1 0,0 0 36 16,-21-16 0-16,6 3 0 0,-1 1 0 0,-3-2 58 15,-6 2 2-15,10 8-2 0,0-4 1 0,-1 2-59 16,3 2 0-16,1 2 0 0,3-2 0 0,-3 2 69 16,3 2 0-16,-5-2 1 0,-3-2-1 0,-2 2-69 15,-2-4 0-15,-2 6 0 0,5 0 0 0,-1 0 37 0,-2 2 1 16,2-2 1-16,-2 0-1 0,-4 4-38 0,2-4 0 16,2 2 0-16,-6 2 0 0,2 0 28 0,0 0 0 15,0 2 0-15,4-2 2 0,-2 2-30 0,2-2 0 16,0 4 0-16,2 0 0 0,-2 0 23 0,5 2 0 15,3-2 0-15,-6 1 1 0,3 1-24 0,5 0 0 16,-4 2 0-16,-1-6 0 0,3 4 3 0,1 2 0 0,-3 0 0 16,0 2 1-16,1-6-4 0,3 4 0 0,-3-4 0 15,5 5 0-15,7-3-1 0,-4 0 1 0,-2 0-1 16,3 4 1-16,1 4 0 0,-2-6 0 0,4 4 0 16,2 2 0-16,0-1-3 0,2 1 0 0,2 0 0 15,-4 6 1-15,0-2 2 0,0 3 0 0,2-1 0 16,5 2 0-16,3 0-2 0,-2 0 1 0,1 5 0 15,1 1 0-15,3 2 1 0,-1 0 0 0,3 1 0 16,4-1 0-16,-1 4 7 0,5-1 1 0,1-5 0 0,3-2 0 16,4-6-8-16,4 3 0 0,3-7 0 15,-2-2 0-15,5-8 12 0,5 0 1 0,-2-2 1 0,-4 0-1 16,0-2-13-16,0-4 0 0,1 2 0 0,1-2 0 16,2 2 14-16,0-4 1 0,2 0 0 0,0 0 0 0,0-4-15 15,8 2 0-15,-8-2 0 0,-2 0 0 0,-2 0 4 16,2-2 1-16,-2-2 0 0,2 0 0 0,1-2-5 15,-5 0 0-15,0-2 0 0,0-4 0 0,1-5 19 16,-5-3 0-16,-1 2 0 0,1 0 1 0,-1-4-20 16,-5-1 0-16,-1-1 0 0,2-2 0 0,-6 4 24 15,-1-7 0-15,1 5 0 0,-4 2 0 0,-1-2-24 16,-3 0 0-16,-2-1 0 0,1-3 0 0,-3 0 20 0,-3 2 1 16,-1-3 1-16,-3 3-1 0,0 2-21 15,-2-2 0-15,-4-1 0 0,-4 3 0 0,4-2-5 0,-6 0 1 16,-4 3 0-16,1-1 0 0,-7 0 4 0,-5 4 0 15,2-5 0-15,-2 1 0 0,-4 2-8 0,0-2 0 16,-9 2 1-16,-3 1 0 0,-7 1 7 0,4 2 0 16,-12 0 0-16,2 6 0 0,-5-3-3 0,-5 3 1 0,5 6-1 15,-1 2 1-15,-3 2 2 0,3 6 0 0,-5 0 0 16,1 0 0-16,-7 4-25 0,4 2 1 0,5 8-1 16,5 2 1-16,-3 7 24 0,4-3 0 0,2 14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08:31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11663 6852 55 0,'0'0'0'16,"0"0"0"-16,0 0 45 0,0 0 0 0,0 0 1 16,0 0-1-16,0 0-1 0,0 0 1 0,0 0 1 15,0 0-1-15,-27-8-45 0,15 0 0 0,7 2 0 16,-1 0 0-16,2 4 3 0,-2 0 0 0,6 2 0 16,0 0 0-16,0 0-3 0,0 0 0 0,0-4 0 15,0 4 0-15,0 0 22 0,0 0 0 0,2-4 1 16,6 2 0-16,-2 2-23 0,-4-4 0 0,5 2 0 15,5 0 0-15,3-2 46 0,0 2 0 0,5-2 1 0,-1 0 0 16,-2 0-47-16,6 2 0 0,-2-2 0 16,-2 2 0-16,2 2 33 0,-1 0 0 0,1-6 0 0,4 4 1 15,-1-2-34-15,1 2 0 0,6-2 0 0,0 2 0 16,3 2 34-16,-3-4 1 0,3 2-1 0,-3 0 1 0,4 2-35 16,-3 0 0-16,7-5 0 0,-5-1 0 0,3-2 28 15,3 2 0-15,4 4 0 0,2-4 0 0,-2 4-28 16,4 2 0-16,-4-6 0 0,-2 6 0 0,2-4 5 15,0 2 1-15,2-2-1 0,-1 0 1 0,1-2-6 16,0 0 0-16,3 0 0 0,-3 0 0 0,4 0 3 0,0 2 1 16,0-2-1-16,-4-2 1 0,4 2-4 0,-2-4 0 15,2 1 0-15,-1 1 0 0,5 0 0 0,2 2 1 16,-12-2 0-16,2 2 0 0,-4-2-1 0,-4-2 0 16,5 4 0-16,-5 2 0 0,-4-2-6 0,3 2 0 15,-6 0 0-15,3 0 1 0,-9-2 5 0,6 0 0 16,-6 4 0-16,-1 0 0 0,-1 2-10 0,0 0 1 15,-7 0-1-15,3 2 1 0,-4 0 9 0,-3 2 0 0,1-4 0 16,-7 2 0-16,0 2-51 0,-2-4 0 0,1 2 1 16,-1 2 0-16,4-2 50 0,-4 4 0 0,0-4 0 15</inkml:trace>
  <inkml:trace contextRef="#ctx0" brushRef="#br0" timeOffset="1851.26">10083 8062 11 0,'0'0'0'15,"0"0"0"-15,21 6 0 0,-8-4 1 16,9 4-1-16,2 1 1 0,7-5-1 0,0 4 0 0,-10 0 0 16,2-6 0-16,-2 0 0 0,-2 2 1 0,2 2-1 15,4-4 1-15,-8-4-1 0,6 2 0 0,8-2 0 16,-6 0 0-16,6 0 59 0,-3 2 0 0,3-5 1 15,0 3-1-15,3 2-59 0,-3 0 0 0,0-2 0 16,3 2 0-16,6-2 71 0,-7 2 1 0,5-2-1 16,3 2 2-16,1 0-73 0,-4-4 0 0,4 6 0 15,1-4 0-15,3 0 49 0,-4 4 0 0,2-4 1 0,-4 2-1 16,0 2-49-16,4 0 0 0,-3-4 0 0,5-2 0 16,-6 2 32-16,2-2 1 0,6 2 1 0,-2 0-1 15,-2 0-33-15,4 2 0 0,-2-4 0 0,-4 2 0 0,4 0 25 16,-5 0 0-16,5 2 0 0,-6-2 0 0,4 2-25 15,-4 0 0-15,1-2 0 0,-1 2 0 0,0-3 25 16,-4 1-1-16,5 0 0 0,-1 2 0 0,-4 2-24 16,3-4 0-16,-3 2 0 0,1-4 0 0,-5 2 12 15,1 0 0-15,1-2 0 0,1-2 0 0,-1 2-12 16,-3-2 0-16,0 2 0 0,-3 0 0 0,-5 0-1 16,0 0 0-16,-3 4 0 0,1-4 0 0,-4 2 1 15,0 0 0-15,-5 0 0 0,-3 2 0 0,-3 2-8 0,-6 0 1 16,6 0-1-16,-6 0 1 0,4 0 7 0,-4 0 0 15,4-6 0-15,-4 6 0 0,5 0-127 0,-5 0 2 16,0 0-1-16</inkml:trace>
  <inkml:trace contextRef="#ctx0" brushRef="#br0" timeOffset="3584.76">8595 9712 303 0,'0'0'0'0,"0"0"0"16,0 0 34-16,19 20-1 0,-19-20 0 0,0 0 0 15,0 0-33-15,0 0 0 0,0 0 0 0,0 0 0 16,-5 0 28-16,5 0 1 0,0 0-1 0,0 0 1 16,0 0-29-16,0 0 0 0,0 0 0 0,0 0 0 0,0 0 19 15,0 0 0-15,5-4 0 0,-5 4 1 0,4 4-20 16,2-4 0-16,0 0 0 0,7 0 0 0,-1-4 10 16,3 2 1-16,4 0 1 0,-4 0-1 0,5-2-11 15,-3 0 0-15,2 2 0 0,0-2 0 0,-3 2 17 0,1 0 0 16,6-2 0-16,-2 2 1 0,4-2-18 15,4 0 0-15,7 0 0 0,-5 0 0 0,3 0-4 0,6-4 0 16,1 4 0-16,-5 2 0 0,2-4 4 0,5 4 0 16,1-3 0-16,2 3 0 0,4-2-22 0,-1 2 0 15,1-6 0-15,6 2 0 0,1-4 22 0,3 4 0 16,-1-2 0-16,-3 0 0 0,0 2-33 0,-1 0 0 16,5 0 0-16,-5-2 0 0,6 0 33 0,1 0 0 0,-3-2 0 15,1 6 0-15,1-7 12 0,-1 3 1 0,1 2 0 16,4 0 0-16,0 2-13 0,2-4 0 0,-3 2 0 15,-3 2 0-15,-2 2 18 0,-3 2 1 0,5-4 0 16,-5 2 0-16,3-2-19 0,-1 2 0 0,-1 0 0 16,-1-4 0-16,-4 2 31 0,1 0 0 0,-5 0-1 15,6 2 1-15,-4-4-31 0,0 4 0 0,2-2 0 16,-6 2 0-16,0 2 26 0,2-4 1 0,-6 0 0 16,-2 2 0-16,0-2-27 0,-1 2 0 0,-7-2 0 15,1 4 0-15,-3-6 11 0,-3 1 1 0,-4 5-1 0,-7 0 1 16,-1 0-12-16,-4 2 0 0,-3-2 0 0,-2 0 0 15,-6 0-80-15,0 0 0 0,6 0 1 0</inkml:trace>
  <inkml:trace contextRef="#ctx0" brushRef="#br0" timeOffset="7284.19">15106 5997 461 0,'0'0'0'0,"0"0"0"15,0 0 34-15,0-22-1 0,2 8 0 0,2 0 0 0,-2-6-33 16,0 0 0-16,4-5 0 0,1 7 0 0,3-2-13 15,-1 2 0-15,1-2 0 0,0 4 1 0,1-5 12 16,2 1 0-16,-1 0 0 0,3 2 0 0,4-2-9 16,-3 2 1-16,5-3 0 0,2 1 0 0,2-8 8 15,0 4 0-15,0-2 0 0,5 1 0 0,1-1 13 16,4 0 0-16,-3 4 0 0,-3-2 1 0,2 8-14 16,-1-3 0-16,3 9 0 0,-2-2 0 0,-1 6 36 0,1 4 1 15,0 2 1-15,-1 0-1 0,1 2-37 0,1 4 0 16,-1 2 0-16,0 2 0 0,0 0 18 0,-3 3 0 15,-3 3 0-15,-2 8 1 0,-2-2-19 0,-3 4 0 16,-3 2 0-16,0 1 0 0,-3-1-6 0,1-2 1 16,-9 2-1-16,-2 3 1 0,-4-7 5 0,-2 4 0 0,-5 4 0 15,-7 7 0-15,1-3-22 0,-4 4 1 0,-2-5-1 16,-4-1 1-16,0-6 21 0,-6 4 0 0,6-3 0 16,-5-3 0-16,-3-2 2 0,0-6 0 0,10 2 0 15,6 1 0-15,4-5-2 0,1-2 0 0,3-4 0 16,3-2 0-16,-4-2-3 0,4-2 1 0,-1 0 0 15,5 2 0-15,2-2 2 0,0-4 0 0,-6 2 0 16,6-2 0-16,0 0 5 0,0 0 0 0,0 0 0 16,0 0 0-16,6-2-5 0,-6 2 0 0,15-10 0 15,4 2 0-15,6-6 2 0,2-2 0 0,0 2 0 16,-4 4 0-16,2-5-2 0,-4 3 0 0,2 4 0 0,2-2 0 16,-2 0 12-16,0 0 0 0,0 0 0 0,0 2 0 15,-6 2-12-15,6-4 0 0,-2 6 0 0,2-2 0 16,0 6 2-16,0-4 1 0,-2 2 0 0,1 0 0 0,1 2-3 15,0-4 0-15,1 1 0 0,3 3 0 0,0-4 15 16,4 4 1-16,-8 4-1 0,-2-4 2 0,-6 3-17 16,1 1 0-16,-5 4 0 0,-5 0 0 0,2 4 17 15,-8-4 1-15,3 4 0 0,3-2 0 0,2 2-18 16,-4 0 0-16,-1 4 0 0,-3 3 0 0,2 1 13 0,-2 2 1 16,-5-2-1-16,-1-4 1 0,-8 2-14 0,3 2 0 15,-10 1 0-15,2 1 0 0,-6 4 7 0,0 0 1 16,-2-6-1-16,0 5 1 0,-5-1-8 0,1-2 0 15,-4 4 0-15,1-4 0 0,-3 1 6 0,1-3 0 16,1 0 0-16,3-2 0 0,-1-2-6 0,1 2 0 16,3-8 0-16,0 5 0 0,0-3-16 0,4 0 0 15,1-6 1-15,-1 2 0 0,2 0 15 0,3-2 0 16,5-4 0-16,0 2 0 0,1-4-107 0,5 0 0 0,1 0-1 16</inkml:trace>
  <inkml:trace contextRef="#ctx0" brushRef="#br0" timeOffset="8384.67">16034 4793 123 0,'0'0'0'0,"0"0"0"0,0 0-2 0,0 0 0 15,0 0 0-15,0 0 0 0,-17-24 2 0,7 18 0 16,1 0 0-16,-7 6 0 0,-5-2 59 0,2 2 0 0,-6-4 0 16,0 2 1-16,-2 2-60 0,-1-4 0 0,-1 2 0 15,2 2 0-15,4 0 57 0,-4 0 1 0,-2 0 1 16,3 2-1-16,-5 2-58 0,0-4 0 0,-1 2 0 15,-1 4 0-15,-1-4 50 0,3 2 2 0,-7 6-2 16,1 0 1-16,-1 4-51 0,-3 1 0 0,3-3 0 16,-2 2 0-16,5 0 31 0,-5 0 2 0,2 6-1 15,1-4 0-15,1 2-32 0,1 3 0 0,-3-1 0 16,0 8 0-16,-1-2 19 0,3 2 0 0,1 1 0 0,1-3 2 16,-3 2-21-16,3 0 0 0,3 1 0 15,1 3 0-15,-5 2 3 0,4 0 1 0,1 3-1 0,1-3 1 16,0 4-4-16,0-1 0 0,1 1 0 0,3-2 0 0,4 5 12 15,-4 1 1-15,2-2 0 0,6 1 0 0,-5-7-13 16,5 6 0-16,6-1 0 0,-5 5 0 0,9-4 19 16,-1 5 1-16,2-1-1 0,2 4 1 0,4-3-20 15,0 7 0-15,2-7 0 0,0 1 0 0,4 2 17 16,-4-1-1-16,8 9 0 0,-1-1 1 0,6 3-17 16,5 5 0-16,-3-9 0 0,2-4 0 0,2 3 8 0,2-3 0 15,-4 3 0-15,6 1 1 0,2-5-9 0,0 5 0 16,2-4 0-16,-1 3 0 0,5 1 9 0,-2 1 0 15,1-7 0-15,-1-1 0 0,2-5-9 0,1 6 0 16,4-3 0-16,3 5 0 0,1-1 8 0,2 1 0 16,-4-6 0-16,6-1 0 0,0-3-8 0,2-2 0 15,0-5 0-15,2-1 0 0,0-4 11 0,3-2 0 16,3 3 0-16,-4-5 0 0,7-2-11 0,-3 0 0 0,-1-6 0 16,1-2 0-16,-2-8 11 0,1 0 0 0,1-6 0 15,3 0 1-15,3-6-12 0,1-2 0 0,-5-6 0 16,-3 0 0-16,-3-10 3 0,-2 4 1 0,5-4-1 15,5-1 1-15,-3 1-4 0,1-4 0 0,-6-4 0 16,-1-1 0-16,-3-5 27 0,-2 0 0 0,4-3 1 16,-6-3-1-16,-2 0-27 0,3-3 0 0,-3-1 0 15,-4 4 0-15,-3-5-8 0,1-1 0 0,-1 1 0 16,-5 5 0-16,-3-4 8 0,2-1 0 0,-4-3 0 16,-2-3 0-16,0-1-8 0,-2-5-1 0,2 5 1 0,0 3 1 15,0 3 7-15,2-4 0 0,-10 1 0 0,2-1 0 16,-1-3 3-16,-3 3 1 0,-3-3-1 0,-1-1 1 15,-3 3-4-15,-6-1 0 0,0-1 0 0,0 3 0 16,-4-5-1-16,-2 5 0 0,-3-2 0 0,-1-1 0 16,-1-3 1-16,-5 3 0 0,1 3 0 0,0-1 0 0,-4 1 0 15,-1-1 0-15,-1 1 0 0,-4 5 1 0,-1 1-1 16,1 0 0-16,0 1 0 0,-4 5 0 0,0 2 21 16,0-1-1-16,1 7 0 0,-3 0 0 0,-7 5-20 15,1 1 0-15,1 4 0 0,-3 2 0 0,-1 2-16 0,0 0 1 16,0 5-1-16,-3 3 1 0,-4 4 15 15,4 0 0-15,-5 4 0 0,1 4 0 0,-1 4-36 0,0-2 1 16,0 6 0-16,2 2 0 0,0 0 35 0,2 5 0 16,1 3 0-16,3-2 0 0,0 4-91 0,2 0 1 15,-3 6-1-15</inkml:trace>
  <inkml:trace contextRef="#ctx0" brushRef="#br0" timeOffset="9501.39">18494 4860 1779 0,'0'0'0'0,"0"0"0"0,0 0-201 0,0 0 1 0,19 12 0 0,2 2-1 16,4 2 201-16,6 4 0 0,-6 3 0 0,-10 1 0 0,2 2 15 16,1-2-1-16,-1 7 0 0,0-1 1 15,0 2-15-15,-1-2 0 0,3 9 0 0,-2 1 0 0,6-2 6 16,-6 9 1-16,3-5 0 0,-1 2 0 0,0-1-7 16,2 3 0-16,-8-8 0 0,3 1 0 0,-1-5-5 15,-1 2 0-15,1-1 0 0,2-5 0 0,-2 0 5 16,-3-2 0-16,1-3 0 0,-1 3 0 0,-3-2 16 15,1-2 1-15,0 0 0 0,-1 5 0 0,1-9-17 16,-2 6 0-16,-3 2 0 0,3-4 0 0,-4 1-91 0,0 3 0 16,-2-6 1-16</inkml:trace>
  <inkml:trace contextRef="#ctx0" brushRef="#br0" timeOffset="10034.79">18206 5622 630 0,'0'0'0'0,"0"0"0"0,0 0 22 16,0 0 1-16,0 0-1 0,0 0 1 0,0 0-23 16,0 0 0-16,0 0 0 0,14 24 0 0,-7-13 6 15,3-1 0-15,-4-2 0 0,3 0 0 0,7-2-6 16,-7 0 0-16,9 0 0 0,5-6 0 0,0 0 26 0,3-4 0 15,3-2 1-15,-2-2 0 0,4-2-27 16,-1 4 0-16,-1-9 0 0,4 1 0 0,1 2 40 0,3-6 1 16,1 2-1-16,-2-4 2 0,5 0-42 15,3 4 0-15,-2-9 0 0,0 5 0 0,0-2 24 0,4 0 0 16,-2 2 0-16,-3 1 1 0,3-1-25 0,0 0 0 16,-2 0 0-16,-4 4 0 0,3-6 15 0,-1 1 1 15,-5 1 1-15,3 6-1 0,-6-2-16 0,3 2 0 16,-6 0 0-16,-2 4 0 0,-3-2 11 0,1 4 1 15,-4-2-1-15,-3 5 1 0,-7-5-12 0,3 6 0 0,-5-2 0 16,-1 2 0-16,-4 4-3 0,-4 0 1 0,4 0-1 16,-4 0 1-16,5-2 2 0,-5 2 0 0,0 0 0 15,2 2 0-15,-2-2-40 0,2 4 0 0,-2-4 1 16,2 6 0-16,-4 2 39 0,0-2 0 0,0-1 0 16</inkml:trace>
  <inkml:trace contextRef="#ctx0" brushRef="#br0" timeOffset="11301.55">20578 4680 765 0,'0'0'0'0,"0"0"0"0,10-24 26 0,-8 22 1 0,3-6 1 15,3 2-1-15,3 0-27 0,1 4 0 0,-4 2 0 16,1 2 0-16,-3 6 13 0,4 0 0 0,-5 2 0 16,9 0 0-16,1 5-13 0,0 1 0 0,-3 6 0 15,-1-2 0-15,1 6 34 0,-1 4 2 0,-1 3-2 16,2 3 1-16,-1 6-35 0,-1-1 0 0,7 5 0 15,0 2 0-15,0 5 42 0,3 1 1 0,-1-3-1 16,0-3 0-16,0 5-42 0,-2-5 0 0,1-4 0 0,-3-5 0 16,-2-3 14-16,1-4 0 0,-1-6 0 0,-3-1 0 15,1-7-14-15,-5-2 0 0,0-6 0 0,0-2 0 16,-3-6 19-16,-3-2 1 0,4 0-1 0,-4 0 1 16,0 0-20-16,0 0 0 0,2-2 0 0,-2 2 0 0,0 0 30 15,4 0 1-15,2-8 0 0,1-6 1 0,1-10-32 16,2 0 0-16,-1-9 0 0,1 7 0 0,1-4 18 15,3 0 0-15,-5-7 0 0,7 1 1 0,-1 2-19 16,0-5 0-16,-5 3 0 0,5 2 0 0,-3-5-5 16,1 3 1-16,3-2 0 0,-5 8 0 0,2-5 4 15,-1 3 0-15,-2 2 0 0,-1 0 0 0,-5 1 12 0,2 1 0 16,-1 0 0-16,-1 6 1 0,2-5-13 0,-2 1 0 16,0 10 0-16,-2 4 0 0,0 4 15 0,-2 2 1 15,0 6 0-15,0-6 0 0,0 6-16 0,-2 6 0 16,4-4 0-16,-2-2 0 0,3 4-26 0,-3-4 2 15,8 20 0-15,0 8 0 0,3 9 24 0,3 3 0 0,-3-6 0 16,3-1 0-16,-5 1-9 0,3-4 0 0,-1-2 0 16,1-2 1-16,-1 1 8 0,-1-1 0 0,1-6 0 15,-1-2 0-15,1-6-2 0,-1 2 1 0,-2-8 0 16,-3 3 0-16,-5-5 1 0,0-4 0 0,4 2 0 16,-2 2 0-16,-2-4 11 0,0 0 1 0,0 0 0 15,4 2 0-15,-4-2-12 0,-2-2 0 0,4-4 0 16,-2 6 0-16,6-6-6 0,-6 2 1 0,2-7-1 15,0-3 1-15,1-10 5 0,-1 0 0 0,-2 0 0 16,0 0 0-16,-2-7 17 0,0 7 0 0,2-6 0 0,0 2 1 16,0 1-18-16,0-1 0 0,0-6 0 0,-1 4 0 15,1-5-28-15,0 1 1 0,-2 4-1 0,2 6 1 16,2-3 27-16,-1 7 0 0,1 4 0 0,-2-2 0 16,2 4-73-16,0 6 1 0,-2-6-1 0,2 4 1 15,2-1 72-15,0 1 0 0,0 2 0 0</inkml:trace>
  <inkml:trace contextRef="#ctx0" brushRef="#br0" timeOffset="12301.72">22022 4945 574 0,'0'0'0'0,"21"10"0"0,-13-8 25 0,1 4 0 0,6 0 0 15,5 0 1-15,5-4-26 0,3 4 0 0,-12-6 0 16,-9-6 0-16,-1-2 44 0,0-4 0 0,3-2 0 16,3-2 2-16,-6-1-46 0,-1-1 0 0,3-8 0 15,0 0 0-15,-2-2 40 0,1-5 0 0,-7 3 0 16,0 6 1-16,0-4-41 0,-4 1 0 0,1 3 0 15,-1 0 0-15,0 0 36 0,-6 4 1 0,3-1 0 16,-1-3 1-16,-4 8-38 0,3-4 0 0,1 8 0 16,0 2 0-16,-1 0 28 0,1 2 0 0,6 6 0 0,-5-2 0 15,3 4-28-15,-2 4 0 0,-2 0 0 0,-1 2 0 16,-3 4 4-16,1-2 0 0,-1 8 0 0,3 8 0 16,1 4-4-16,0 1 0 0,5 3 0 0,1 2 0 15,2 0-6-15,2 3 1 0,3 1 0 0,3-2 0 0,2 1 5 16,1 7 0-16,6-10 0 0,4-5 0 0,4-3-21 15,4-4 0-15,2-2 0 0,-1-4 0 0,5-2 21 16,-2-2 0-16,1-5 0 0,-1-5 0 0,1-6-23 16,-3-7 0-16,1 1 0 0,-3 0 1 0,0-6 22 15,-4 2 0-15,2-4 0 0,0-2 0 0,-1-2-21 16,-1-1 0-16,0-3 0 0,-2-2 0 0,2 2 21 16,-2-3 0-16,-6-5 0 0,-1 6 0 0,-3-6-24 0,-3-1-1 15,-3 1 1-15,1 0 1 0,-4 2 23 0,2-3 0 16,-4-1 0-16,-2-2 0 0,-2-3-44 0,0 1 1 15,0-2-1-15,-2 1 1 0,2-1 43 0,-2 0 0 16,0 3 0-16,-1 9 0 0,1 4 22 0,-4-2 1 0,2 3-1 16,-1 1 2-16,1 0-24 0,0 2 0 0,1 8 0 15,3-4 0-15,-2 7 42 0,0 1 1 0,0 2 0 16,2 6 1-16,2 2-44 0,0 0 0 0,-4 0 0 16,4 0 0-16,0 0 25 0,4 2 0 0,-4-2 0 15,2 8 1-15,2-2-26 0,-2 4 0 0,6 15 0 16,1 7 0-16,6 10 39 0,1 7 1 0,-3-5-1 15,-1-2 1-15,1 1-40 0,1 3 0 0,1-1 0 16,2 1 0-16,2 0 16 0,-1 5 1 0,-3-13 1 16,-2-4-1-16,-1 1-17 0,1-9 0 0,-1-2 0 15,-3 0 0-15,-1-10 6 0,-2 0 0 0,-2-3 0 16,-2-1 1-16,-2-10-7 0,0 0 0 0,0 0 0 0,0 2 0 16,0-2 28-16,0 0 0 0,-2-2 0 0,2 2 0 15,-4 2-28-15,4-2 0 0,-6 4 0 0,2-4 0 0,-4-4-3 16,-1 2 0-16,-3-4 0 0,1-7 1 0,-6-3 2 15,-1 2 0-15,5-4 0 0,3-4 0 0,3-2-10 16,-1 1 1-16,6-3 0 0,2 2 0 0,6-2 9 16,2-2 0-16,-1 7 0 0,1 1 0 0,1 6-11 15,5 2 1-15,-1 4 0 0,3 0 0 0,1 2 10 16,0 0 0-16,6 0 0 0,0 4 0 0,4-4-4 0,0 6 0 16,5 0 0-16,-1 6 0 0,2 2 4 15,-1 4 0-15,3 2 0 0,-4 2 0 0,-1 4-2 0,1 7 0 16,-2-5 0-16,1 2 0 0,-1-2 2 0,-2 4 0 15,-8-1 0-15,-4-1 0 0,-3-4-4 0,-3 2 1 16,-3 0-1-16,-2-4 1 0,-4-3 3 0,-2-1 0 16,-6 6 0-16,-3-4 0 0,-4 2 10 0,-1 2 1 15,-12 2 0-15,-3 3 0 0,-6-1-11 0,1 2 0 0,-10 0 0 16,-2 1 0-16,-4-5-60 0,-3 4-1 0,1-6 1 16,0 4 0-16,-1 0 60 0,1 1 0 0,-3-7 0 15</inkml:trace>
  <inkml:trace contextRef="#ctx0" brushRef="#br0" timeOffset="14351.35">21418 6544 540 0,'0'0'0'16,"0"0"0"-16,21-22-33 0,-17 16-1 15,5-8 1-15,3-1 1 0,-3-5 32 0,3 0 0 0,-6 8 0 16,-2 4 0-16,-4 2-28 0,0 6 1 0,-4-6-2 16,2 4 2-16,2-4 27 0,0 6 0 0,-6-4 0 15,-2 2 0-15,-1 0 84 0,-3 2-1 0,-3 6 1 16,-10 4-1-16,-4 8-83 0,-1-4 0 0,7 12 0 15,0 3 0-15,3 5 83 0,3 0 0 0,0 2 1 16,0 5-1-16,-4 1-83 0,3 0 0 0,13 5 0 16,1 5 0-16,6-3 46 0,3 7 0 0,-3-10 0 15,6-5 1-15,2-7-47 0,-1 2 0 0,5-9 0 16,1-1 0-16,4-6 9 0,0-4 1 0,0-4 0 16,1-4 0-16,-1-2-10 0,2-6 0 0,6-4 0 0,-2 0 0 15,5-2-49-15,-1-6 2 0,7-8-1 0,-3 4 1 16,2-12 47-16,-3 1 0 0,3-1 0 0,-1-2 0 15,1 0-52-15,-5-5 1 0,-1 1 0 0,-2 0 0 0,-4-1 51 16,0 1 0-16,-2 0 0 0,2 0 0 0,0-7-79 16,-2 7 0-16,-2-4 0 0,-1 3 0 0,-3 5 79 15,-2-4 0-15,-7 6 0 0,0 3 0 0,-4 5 28 16,-4 4 0-16,2 2 0 0,0 6 0 0,0 8-28 0,0 0 0 16,-4 0 0-16,4 0 0 0,-4 0 44 0,4 4 1 15,-9 14-1-15,-11 2 0 0,-1 7-44 0,-2 7 0 16,6-4 0-16,2 2 0 0,3 5 26 0,1 1 1 15,3-2 0-15,0 5 0 0,6-1-27 0,-1 4 0 16,3-5 0-16,-2 1 0 0,2-6 29 0,0 5 1 16,2-3 0-16,1-8 1 0,1-4-31 0,0 2 0 15,-2-11 0-15,4-3 0 0,-2-6 28 0,1 0 0 16,-1-6 0-16,-2 4 1 0,2-4-29 0,-4 0 0 0,6-4 0 16,-6 4 0-16,4 0 24 0,-3-6 2 0,3-2-2 15,2-4 1-15,0-3-25 0,0-3 0 0,-5-10 0 16,1-2 0-16,-2-6 2 0,-2-3 0 0,4 5 0 15,0-4 0-15,-2 1-2 0,0-3 0 0,2 4 0 16,0-3 0-16,2 3-15 0,-2-2 1 0,4 3 0 16,1 5 0-16,1 0 14 0,0 0 0 0,1 8 0 15,3 3 0-15,-1 5-10 0,-1 2 1 0,1 4 0 16,1 2 1-16,-4 4 8 0,1 2 0 0,6 0 0 16,3 2 0-16,3 2-4 0,0 0 0 0,-2 8 0 0,4 2 0 15,4 7 4-15,-2-1 0 0,-2 6 0 0,2-4 0 16,-4 4-5-16,6 1 0 0,-6-3 0 0,0 2 1 0,2-4 4 15,-6 2 0-15,-3-4 0 0,1-5 0 0,-2-3-1 16,1-4 0-16,-5 0 0 0,-1 0 0 0,-2 2 1 16,-4-6 0-16,2 0 0 0,-1-2 0 0,-3-2 10 15,4 0 1-15,-4 0 0 0,4 0 0 0,-4 0-11 16,4-2 0-16,-4 2 0 0,4-8 0 0,0 2 7 16,-3-2 1-16,3-4 1 0,2-2-1 0,2-13-8 15,-1 1 0-15,-1 4 0 0,0-6 0 0,-2 0-15 0,1 1 1 16,1-1 0-16,2 2 0 0,1-2 14 0,1 1 0 15,-2 3 0-15,-1 6 0 0,1 4 1 0,0 4 0 16,-1 2 0-16,-1 2 0 0,2 4-1 0,-4-2 0 16,3 2 0-16,1 2 0 0,2 0 12 0,1 2 1 15,-5 2-1-15,5 6 2 0,5 2-14 0,-3 0 0 16,2 12 0-16,-3 7 0 0,-1 3 7 0,1 0 1 16,-2 0 0-16,-3-3 0 0,1 1-8 0,-4-2 0 0,1-4 0 15,-1-1 0-15,0-9 11 0,-4 2 1 0,2-4 0 16,0-6 0-16,0-2-12 0,-2 0 0 0,2-2 0 15,0 2 0-15,-2-2 20 0,0-4 1 0,0 0-1 16,-2 6 2-16,2-6-22 0,4 0 0 0,-4 0 0 16,0 0 0-16,0 0 8 0,0 0 0 0,-4 0 0 15,2-6 0-15,2 2-8 0,0 0 0 0,-2-8 0 16,0-2 0-16,0-10 3 0,0 0 1 0,2-3-1 16,0-1 1-16,2-4-4 0,2-2 0 0,0-1 0 0,0-1 0 15,-1 2-1-15,1-7 0 0,2 1 0 0,2 6 0 16,-1-1 1-16,-1 3 0 0,2 2 0 0,1-4 0 15,-5 3 5-15,2 1 0 0,5 4 0 0,3 4 0 16,1 0-5-16,1 1 0 0,-5 5 0 0,2 6 0 0,3-4 3 16,-1 4 1-16,-1 6 0 0,-1 4 0 0,0 8-4 15,1 0 0-15,5 12 0 0,4 8 0 0,2 13 6 16,0 1 1-16,2 7 0 0,-2-3 0 0,0 6-7 16,-1 5 0-16,7-11 0 0,-2-5 0 0,2-7-4 15,-1 2 0-15,-1-10 0 0,0-5 1 0,-2-5 3 16,-1-2 0-16,-4-8 0 0,-3-2 0 0,0-6 0 0,-4-2 0 15,1-6 0-15,-3 6 0 0,0-6 0 16,1 2 0-16,1-9 0 0,-1-1 0 0,3-8-6 0,4-2 0 16,-4 2 0-16,-1-3 0 0,-1-1 6 0,-4 0 0 15,3-8 0-15,-5-7 0 0,-3-3-36 0,0-1 0 16,0-7 1-16,-3 3 0 0,-1-3 35 0,-2-7 0 0,2-5 0 16,0-1 0-16,0-3-70 0,0-3 0 15,-2 13 0-15,-2 1 0 0,0 5 70 0,0 1 0 0,0 5 0 16,0 3 0-16,-3 5 4 0,1 2 0 0,2 5 0 15,2 9 0-15,2 10-4 0,0 0 0 0,0 6 0 16,0 4 0-16,1 0 14 0,-3 6-1 0,4 0 0 16,-4 0 0-16,6 2-13 0,-6-2 0 0,10 10 0 15,1 4 0-15,5 0 28 0,-1 6 0 0,4 11 0 16,0 7 1-16,2 2-29 0,4 9 0 0,-4-1 0 16,-2 0 0-16,-1 5 61 0,-1 3-1 0,4 5 1 15,-2 7 0-15,4 1-61 0,-2-1 0 0,2 7 0 0,0-4 0 16,0 3 38-16,0 1 0 0,0 8 1 0,0-3 0 15,-5 3-39-15,-1 2 0 0,2-5 0 0,0 1 0 16,-2-4 25-16,1 3 0 0,-3-7 0 0,0-5 0 16,-1-3-25-16,-3 4 0 0,-1-11 0 0,-2 0 0 0,-1-3-14 15,-1-1 1-15,2-13 0 0,-8 1 0 0,0-12 13 16,0 1 0-16,-4-9 0 0,2-2 0 0,0-8 23 16,-2-2 1-16,0-4 0 0,1 0 0 0,-1 0-24 15,0-6 0-15,-4 0 0 0,2 0 0 0,-5 0-3 0,1 0 1 16,-5-12-1-16,-6-4 1 0,-2-10 2 0,-4-8 0 15,2-1 0-15,4-3 0 0,2-6-25 0,0-5 0 16,1 3 0-16,3-7 1 0,0 3 24 0,-2-5 0 16,1-3 0-16,1 6 0 0,0-3-33 0,-1-5 1 15,5 5-1-15,1 1 1 0,6-3 32 0,-2-1 0 16,5 3 0-16,-3 1 0 0,0 3-13 0,2-3 0 16,4 6 0-16,0-5 1 0,0 3 12 0,2 1 0 0,-3 9 0 15,3 2 0-15,0 7 4 0,0 3 1 0,4 2 0 16,3-2 0-16,3 0-5 0,-1 7 0 0,4-3 0 15,4 0 0-15,2 0 8 0,0 4 0 0,6-1 0 16,0 5 1-16,3-2-9 0,5 4 0 0,-8 4 0 16,1 4 0-16,1 0 31 0,0 6 1 0,-4 2-1 15,-1 8 1-15,1 4-32 0,-6 2 0 0,-2 2 0 16,-5 3 0-16,-1-1 33 0,-5 2 0 0,-2-2 1 16,-4 0 0-16,-2 0-34 0,-2 1 0 0,-8 1 0 15,1-2 0-15,-7 0 26 0,-1 0 1 0,-10 4 0 16,-4 3 1-16,-3-1-28 0,-4 2 0 0,-3-2 0 0,1 1 0 15,2-7-76-15,-4 8 1 0,3-8-1 0,5-4 2 16,1-2 74-16,1 0 0 0,3-7 0 0</inkml:trace>
  <inkml:trace contextRef="#ctx0" brushRef="#br0" timeOffset="16618.18">24946 5681 923 0,'0'0'0'0,"0"0"0"0,0 0 78 0,0 0-1 0,0 0 1 16,0 0 0-16,-20 10-78 0,11-4 0 0,-8 0 0 16,-3 0 0-16,-5 2 44 0,-1 0 1 0,6-2-1 15,7 0 1-15,-2-2-45 0,1 4 0 0,3-2 0 16,1 2 0-16,4 5 32 0,1-5 2 0,-3 12-1 16,2 2 0-16,1 6-33 0,-1 4 0 0,6-1 0 15,6-7 0-15,5 2-6 0,4-4 0 0,3 4 0 0,-1-3 0 16,2-1 6-16,2 2 0 0,2-10 0 15,-2-4 0-15,2-4 22 0,0-2 0 0,0-4 0 0,0-4 1 16,2-2-23-16,-2-2 0 0,-4-2 0 0,-1-2 0 16,-5-6 23-16,0 2 2 0,1-6-2 0,-1 5 1 15,-1-3-24-15,-1-2 0 0,-5 0 0 0,-4 8 0 0,-4-6-13 16,0-1 0-16,-7-1 0 0,1-2 0 0,-2-2 13 16,-3-4 0-16,-2 3 0 0,-1 5 0 0,-1 2-24 15,-2-4 2-15,0 6 0 0,1 0 0 0,1 1 22 16,0 5 0-16,0-2 0 0,1 0 0 0,3 4-1 15,-1 2 1-15,7 0-1 0,-1 6 1 0,8 2 0 0,-2-6 0 16,2 6 0-16,-2-4 0 0,2 4-21 0,0-2 1 16,4-6 0-16,2 2 0 0,3-7 20 0,1 1 0 15,9-2 0-15,4 4 0 0,6-4-14 0,2-2 1 16,-3 8 0-16,-3 6 1 0,-2 4 12 0,0 2 0 16,4 4 0-16,-4 4 0 0,4-2 1 0,0 2 1 15,0 8 0-15,-2 1 0 0,0 5-2 0,1-4 0 0,-1 6 0 16,0 0 0-16,-2 1 4 0,0 3 0 0,-5-4 0 15,-1-4 1-15,-2 1-5 0,-1-1 0 0,-1 4 0 16,-2-8 0-16,-3 4 15 0,0 1 2 0,-2-9-2 16,-1-6 1-16,-1-2-16 0,-2-6 0 0,0 2 0 15,-2 0 0-15,-2 0 4 0,2-4 0 0,0 0 0 16,-2 6 1-16,0 0-5 0,2-6 0 0,0 0 0 16,0 0 0-16,-4 2 16 0,1-2 0 0,-3-2 0 15,0-4 1-15,-2-6-17 0,-1 4 0 0,-1-12 0 16,3-7 0-16,-1-3-13 0,0-4 0 0,6 2 0 15,2-1 1-15,2 3 12 0,2-2 0 0,2 2 0 0,0-3 0 16,-1 1 9-16,3 2 1 0,2 2 0 0,-1 1 0 16,-1 1-10-16,1 4 0 0,3 2 0 0,-1 6 0 15,1 0 12-15,3 8 0 0,-1-2 0 0,-3 3 0 0,1 5-12 16,-1 5 0-16,6-3 0 0,4 4 0 0,4 0-6 16,4 4 1-16,-6 4-1 0,-4 0 1 0,1 2 5 15,-3 4 0-15,2-6 0 0,-4 0 0 0,4 7-3 16,-1-5 1-16,-3-4 0 0,0-2 0 0,-1-4 2 15,-1 4 0-15,-3-6 0 0,-2 0 0 0,-3-2 13 0,-1-2 0 16,0 0 1-16,0 4-1 0,-4-4-13 0,2-6 0 16,2 6 0-16,-4 0 0 0,5-4-10 0,-1 2 0 15,0-4 1-15,0-2 0 0,2 0 9 0,1-6 0 16,-1-6 0-16,0-1 0 0,-1-7 19 0,1-6 1 16,0 8-1-16,-2 2 1 0,0-1-20 0,-1 1 0 15,3 0 0-15,0-2 0 0,0 2-25 0,-2 1 1 16,-1 7-2-16,3 10 2 0,2 0 24 0,-2 6 0 0,-1-2 0 15,1 0 0-15,0 2-18 0,1 0 0 0,7 10 0 16,5 4 0-16,6 12 18 0,0 3 0 0,2-1 0 16,-4 8 0-16,4 5 22 0,-1 5 1 0,1-6-1 15,0-3 1-15,0 1-23 0,4-4 0 0,-5-6 0 16,3-1 0-16,0-7-4 0,0 2 0 0,1-10 0 16,-1-2 1-16,0-6 3 0,-2-2 0 0,-2-2 0 15,3-2 0-15,-1-4 13 0,2-2 0 0,-4-4 0 16,-6 4 1-16,2-8-14 0,-3 0 0 0,-1 2 0 15,-2-7 0-15,0 3 3 0,-1 0 1 0,-3-6-1 16,-1 2 1-16,-4-7-4 0,-1 1 0 0,1-6 0 0,0 2 0 16,-4-3-28-16,0 1 1 0,0-6 0 0,-2-1 1 15,0 1 26-15,-2-4 0 0,2 5 0 0,0 3 0 16,-2-2-11-16,0 4 0 0,0 5 0 0,-2 7 1 0,0 4 10 16,-1 4 0-16,1 6 0 0,4 2 0 0,0 6-17 15,-2 6 1-15,-2 0-1 0,-2-4 1 0,-1 4 16 16,-1 0 0-16,-2 10 0 0,-3 10 0 0,-2 9-8 15,-3 3 0-15,9-4 0 0,1 0 0 0,4 3 8 16,-1 1 0-16,5-4 0 0,0 3 0 0,5-1-23 0,-1 2 1 16,4-3 0-16,-2-7 0 0,3 4 22 0,1-8 0 15,1 0 0-15,3 1 0 0,1-5-14 0,0-2-1 16,-1-6 1-16,-1-2 1 0,2-6 13 0,1-2 0 16,-5-2 0-16,1 2 0 0,-3-2 12 0,1 0 0 15,2-2 0-15,1-4 1 0,2-2-13 0,-3 2 0 16,1-2 0-16,1 0 0 0,1-4 3 0,0 0 1 15,1-4 0-15,-3-5 0 0,0 1-4 0,1-2 0 16,-1-4 0-16,-5 6 0 0,2 2 2 0,-1-5 0 16,3 1 0-16,1 4 1 0,0 2-3 0,1 2 0 0,-5 2 0 15,-1 4 0-15,-2 8 35 0,0 0 0 0,1 2 0 16,1 2 2-16,2 4-37 0,-3 0 0 0,9 6 0 16,-1 8 0-16,4 8-7 0,2 1 0 0,-5 1 0 15,-3-6 1-15,-2 2 6 0,1 7 0 0,-1-9 0 16,-3-2 0-16,2 0 19 0,-3 0 0 0,1-3-1 15,0-3 1-15,-1-4-19 0,-1 2 0 0,0-4 0 16,0 0 0-16,-3-6-8 0,-1-2 1 0,0 0 0 16,0 2 0-16,0-4 7 0,-2-2 0 0,0 0 0 0,0 0 0 15,0 0 32-15,0 0 1 0,0 0 0 0,0 0 0 16,0 0-33-16,0 0 0 0,0-2 0 0,0-8 0 16,0 0 16-16,-2-4-1 0,2-10 0 0,0-4 0 0,-2-9-15 15,0-3 0-15,2 6 0 0,0-1 0 0,2 1-17 16,0 0 1-16,2 6-1 0,0 3 0 0,0 5 17 15,2 4 0-15,-3 8 0 0,-3 2 0 0,0 6 1 16,-2 2 1-16,2-2 0 0,4 4 0 0,0-4-2 16,0 4 0-16,7 20 0 0,5 11 0 0,3 5 7 0,2 8-1 15,-2-3 0-15,0-1 1 0,2 0-7 16,1 3 0-16,-3-5 0 0,4-4 0 0,2-7-14 0,0 1 0 16,-6-10 0-16,0-2 1 0,-2-8 13 0,-1-6 0 15,-1 1 0-15,-2-7 0 0,-1-5 29 0,-1-1 1 16,1-2-1-16,-3 0 1 0,1-4-30 0,-2-2 0 15,1-6 0-15,3-2 0 0,-1-11 2 0,-1 3 1 0,-4-4-1 16,-3 0 1-16,-3-7-3 0,-2 1 0 0,1-8 0 16,-1-1 0-16,-4-5-23 0,0-1 1 0,0-7-1 15,-1-3 1-15,-1 1 22 0,0-5 0 0,1 1 0 16,-3-7 0-16,1-2-27 0,-3-3 1 0,4 5 0 16,-1 4 0-16,3 3 26 0,-2-1 0 0,3 5 0 15,-1-1 0-15,-2 5-17 0,1-1 0 0,-1 7 0 16,0 5-1-16,-1 5 18 0,-1 0 0 0,4 7 0 15,-1 5 0-15,1 4 19 0,0 2 0 0,2 6-1 16,0 3 1-16,3 3-19 0,1 0 0 0,0 8 0 16,-2 0 0-16,2 6-6 0,0 0 0 0,0 6 0 15,0-6 1-15,0 0 5 0,3 0 0 0,-1 8 0 0,2 4 0 16,2 8-16-16,0 1 0 0,1 7 0 0,1 6 0 16,2 6 16-16,1 3 0 0,-1-1 0 0,-1 5 0 0,3-1 2 15,-1 2 1-15,3 7 0 0,1-1 0 0,2 5-3 16,1 5 0-16,-1-7 0 0,0-3 0 0,2-3-5 15,2 1 0-15,-2 2 0 0,-1-5 1 0,1 1 4 16,-2-3 0-16,2 1 0 0,-1-2 0 0,3 1 15 16,0 1 2-16,-2-5-1 0,-2 3 0 0,0-4-16 15,1-1 0-15,-3-1 0 0,2-4 0 0,1-3-11 0,-3 1 1 16,0-6 0-16,-1-2 0 0,-1-4 10 0,1-1 0 16,1-7 0-16,-2 2 0 0,6-2-11 0,-1-4 2 15,1-4 0-15,-2 2 0 0,2-2 9 0,0 2 0 16,1-6 0-16,-1 2 0 0,6-4-9 0,0 0 1 15,0 0 0-15,0 0 0 0,-1 0 8 0,5-4 0 16,0 4 0-16,-2 4 0 0,0-4-12 0,-2 0 0 0,3 0 0 16,3 0 1-16,0-4 11 0,-3 2 0 0,-1-2 0 15,2 8 0-15,2-4-4 0,-1 2 1 0,-1 2 0 16,2-2 0-16,1 2 3 0,1 0 0 0,-2 0 0 16,-4 2 0-16,1-1-5 0,-1 1 1 0,-2 4 0 15,0-2 0-15,-2 6 4 0,0 2 0 0,-6 0 0 16,-1 2 0-16,-5-2-10 0,-1 7-1 0,-6-3 1 15,-4 0 1-15,-8 2 9 0,-4 4 0 0,-3-4 0 16,-4 1 0-16,-6 1-14 0,-2-2 1 0,-17 4 0 16,-8-4 0-16,-7 3 13 0,-8-1 0 0,0 0 0 0</inkml:trace>
  <inkml:trace contextRef="#ctx0" brushRef="#br0" timeOffset="16818.12">27342 4882 720 0,'48'4'0'0,"25"4"0"0,0-2-40 0,-10 2-1 16,20-6 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15:13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21320 5225 878 0,'0'0'0'0,"0"0"0"0,0 0 35 16,0 0 1-16,0 0 0 0,0 0 0 0,0 0-36 16,0 0 0-16,19 20 0 0,-15-10 0 0,0 4 40 15,0 6 0-15,-2 9 0 0,-2 1 1 0,0 8-41 16,0-3 0-16,2 5 0 0,1-4 0 0,3 3 41 15,-2 3 1-15,2 6 0 0,3-1 1 0,1 1-43 0,-1 2 0 16,5 13 0-16,-1 2 0 0,3 3 62 16,-1 3 1-16,-3 3-1 0,-1 1 1 0,1 4-63 0,-3 1 0 15,-1 7 0-15,-1-4 0 0,-3 5 30 0,0 5 1 16,-2 2-1-16,-2 2 1 0,-2 2-31 0,0-1 0 16,-2 9 0-16,2-4 0 0,-3 8 26 0,-1 4 1 15,2-6 1-15,-4 4-1 0,3 2-27 0,-3 0 0 16,4 0 0-16,0 6 0 0,2 0 17 0,1 4 1 15,-1 2-1-15,2-2 1 0,3 0-18 0,-1 2 0 0,2 2 0 16,-4 0 0-16,4 4 4 0,-2 2 1 0,0-6 0 16,0-2 0-16,0 0-5 0,0-2 0 0,1 0 0 15,-1-2 0-15,4-4 13 0,-2 0 1 0,0-6-1 16,0 0 2-16,-1-6-15 0,1-2 0 0,2-10 0 16,2 0 0-16,-1-9 5 0,1-1 1 0,0-2 0 15,-4-3 0-15,-1-3-6 0,1-4 0 0,0-3 0 16,-2 1 0-16,0-5 13 0,0-5 1 0,2 1-1 15,-4-1 1-15,0-5-14 0,-4 3 0 0,2-7 0 0,0 3 0 16,-2-3 3-16,0-2 1 0,-1-3-1 0,1-5 1 16,-6 0-4-16,4-3 0 0,-1-5 0 0,5-2 0 15,2-1-15-15,-2-1 0 0,0-6 0 0,-2 0 0 0,0-2 15 16,2-1 0-16,2-11 0 0,0 2 0 0,-2-10-77 16,2-2 2-16,-3 2-2 0,3-2 2 0,-4 4 75 15,4-4 0-15,-4-12 0 0</inkml:trace>
  <inkml:trace contextRef="#ctx0" brushRef="#br0" timeOffset="2646.18">21485 5088 22 0,'0'0'0'15,"0"0"0"-15,0 0 37 0,0 0 1 0,0 0-1 16,-6-20 2-16,-1 4-39 0,1-3 0 0,0 1 0 15,0 6 0-15,-1-2 75 0,-1 0 1 0,2 4 1 16,4 2-1-16,0 2-76 0,-1 4 0 0,1-2 0 0,-4 0 0 16,6 4 29-16,-2-4 0 0,2 4-1 0,-6-2 1 15,2-2-29-15,4 4 0 0,-2-4 0 0,2 4 0 16,-5-5 19-16,1 3 1 0,4 2-1 0,0 0 2 0,-4 0-21 16,4 0 0-16,-4 0 0 0,4 0 0 0,0 0 29 15,0 0 1-15,0 0 0 0,0 0 0 0,0 0-30 16,0 0 0-16,2 2 0 0,4 3 0 0,1-1 35 15,1 0-1-15,8 2 0 0,5 2 1 0,5 0-35 16,7 0 0-16,-4-2 0 0,-4-2 0 0,2-4 32 16,-1 0 1-16,9 2-1 0,-1 0 0 0,7 2-32 15,-1-4 0-15,2 6 0 0,0 0 0 0,0-4 27 0,3 4 0 16,4 0 0-16,-1-4 1 0,6 2-28 0,0-2 0 16,1-2 0-16,5 2 0 0,1 2 14 0,0-4 1 15,1 2-1-15,3 2 1 0,2-4-15 0,2 0 0 16,4 0 0-16,4 2 0 0,1-2 10 0,5 0 1 15,1 2 0-15,0-2 0 0,5 0-11 0,-1 0 0 16,4 0 0-16,-4 4 0 0,2-4 25 0,2 2 2 16,6 2-1-16,-2-4 0 0,4 2-26 0,-3 3 0 0,7-3 0 15,-6-2 0-15,5 0 11 0,-5 0 1 0,5 2-1 16,-1 2 1-16,0-4-12 0,-1 2 0 0,3 2 0 16,-4-4 0-16,1 2 13 0,1 0 0 0,-1 2 0 15,-1-4 1-15,2 2-14 0,-1 2 0 0,3-4 0 16,-4 2 0-16,1-4 10 0,1 2 0 0,1 0 0 15,-1 0 0-15,-2-4-10 0,-1 2 0 0,3-2 0 16,-4 2 0-16,1 0-6 0,1-4 1 0,-6 0-1 16,-2 4 1-16,-2-5 5 0,-2 3 0 0,1 2 0 15,1-4 0-15,-4 0 8 0,0-2 0 0,4 2 0 0,-1 0 0 16,1 0-8-16,2 2 0 0,-4-2 0 0,2 0 0 16,2-2 3-16,-2 2 1 0,-4-6 0 0,-1 4 0 0,-7 0-4 15,3-2 0-15,-2-1 0 0,-3 1 0 0,1 0-2 16,-2-4 0-16,3 2 0 0,1 4 1 0,1-4 1 15,-1 4 0-15,-6-4 0 0,0 4 0 0,-6-4-14 16,2 1 1-16,-2 1-1 0,2 0 0 0,-2 0 14 16,2 2 0-16,-8 0 0 0,1 0 0 0,-5 2-12 15,-1 0 1-15,3 0-1 0,1 0 1 0,3 4 11 16,-3-2 0-16,-5 0 0 0,-1-6 0 0,-6 0 4 0,0-3 0 16,-2 5 0-16,0 2 1 0,-2 0-5 0,-2 0 0 15,-6 4 0-15,-3 2 0 0,-4 0-6 0,-2 0 0 16,-4 0 0-16,-2 0 0 0,-2 2 6 0,-2-2 0 15,-2 6 0-15,-1 0 0 0,-1 2 2 0,1 1 0 16,-5-3 0-16,3 0 1 0,-3 2-3 0,1 2 0 16,0-2 0-16,-3-2 0 0,1 2 25 0,0-2 2 0,1 6-2 15,1-4 1-15,-3 2-26 0,1 0 0 0,2 0 0 16,-1 0 0-16,-1 1 33 0,2-1 1 0,-3-2-1 16,1 6 2-16,1-2-35 0,1-2 0 0,-2 2 0 15,-3 0 0-15,1 2 26 0,0-6 1 0,0 9-1 16,-1 3 1-16,-1 4-27 0,0-2 0 0,-2 4 0 15,0 1 0-15,-2 1 15 0,0-6 1 0,2 10-1 16,0 2 0-16,-2 1-15 0,0-1 0 0,0 6 0 16,0 3 0-16,0-1 25 0,0 4 0 0,0 3 0 15,-2 1 1-15,2 9-26 0,0-5 0 0,-4 3 0 16,0 3 0-16,0 1 6 0,-1 1 0 0,-3 7 0 0,0-1 1 16,-1 7-7-16,-1 4 0 0,2 3 0 0,-1 3 0 15,1 4-11-15,1 1 0 0,-1 5 0 0,-2 2 1 16,1-2 10-16,-1 8 0 0,4-7 0 0,-1-1 0 0,1 4 15 15,2-2 0-15,2-4 0 0,2 3 2 0,4-1-17 16,2 0 0-16,1-6 0 0,-1-3 0 0,4-1 4 16,-1-2 0-16,1 2 0 0,0 1 1 0,-1-1-5 15,1 0 0-15,1 1 0 0,1 1 0 0,1 0-4 16,-1-1 1-16,-1 1-1 0,-1 0 1 0,-1-2 3 16,-1 1 0-16,2 1 0 0,-1 2 0 0,1-3-18 0,-3 3 2 15,1-2-1-15,-2-4 1 0,-2-1 16 16,-2 1 0-16,1-6 0 0,3-3 0 0,2 1-7 0,0-7 0 15,-3 3 0-15,3 4 0 0,2-7 7 0,-1-1 0 16,-1 1 0-16,-1 1 0 0,1 1-23 0,-2-1 0 16,3 0 0-16,1-1-1 0,-4-3 24 0,3 1 0 0,1-1 0 15,-2-7 0-15,-3 1 15 0,3 1-1 0,0-3 0 16,-3-1 0-16,1 1-14 0,0-1 0 0,-2-5 0 16,0-1 0-16,-2-4-22 0,-1 1 1 0,-1-5-1 15,0 2 1-15,0-1 21 0,-1-5 0 0,-1 0 0 16,0 3 0-16,-2-1 19 0,0-2 1 0,0-1-1 15,0-7 0-15,1 0-19 0,-1 0 0 0,0 3 0 16,0-1 0-16,0-2-17 0,0-2 0 0,1 1-1 16,-1-3 2-16,-2-2 16 0,0-2 0 0,0 0 0 0,-1-1 0 15,1-1 25-15,-2 0 2 0,-1-2-2 16,-1-4 1-16,-3 2-26 0,-1 0 0 0,1-1 0 0,0-1 0 16,-1 2 18-16,-1-4 1 0,-2-2 0 0,1 0 0 15,-1 0-19-15,0-2 0 0,-4 0 0 0,-1 4 0 16,-1 1 11-16,-1-3 1 0,1-2-1 0,-4 0 1 0,-4-2-12 15,0-2 0-15,4 0 0 0,-1 0 0 0,-1 0 13 16,-2 0 1-16,-3-2-1 0,1 0 1 0,-3 0-14 16,-3 2 0-16,-3-2 0 0,-2-2 0 0,-2-2 3 15,-2 0 1-15,0 2 0 0,2 2 0 0,2 0-4 16,-4 0 0-16,-5-2 0 0,1 0 0 0,-6 2-4 0,3-2 0 16,-3 0 0-16,1 0 0 0,1 0 4 0,-1 0 0 15,-7 0 0-15,-3 2 0 0,-2 0 2 0,-4 0 0 16,4 0 0-16,0 0 1 0,2 0-3 0,-2 0 0 15,-4 2 0-15,-3-2 0 0,-3 2-1 0,0 0 1 16,3 0 0-16,1 2 0 0,-4 0 0 0,4 1 0 16,-1-3 0-16,-1 0 0 0,-2 0-3 0,3 2 0 0,-5-4 0 15,-3 2 1-15,0 0 2 0,-3 2 0 0,3 0 0 16,1 0 0-16,-3 0 2 0,4-2 0 0,-3 2 0 16,-3 2 1-16,0 0-3 0,0 0 0 0,-2 0 0 15,1 0 0-15,3-2 0 0,-2 2 0 0,0-1 0 16,-2-1 1-16,3-2-1 0,1 0 0 0,-4 0 0 15,2 0 0-15,2 0 0 0,-3 2 0 0,1-4 0 16,-2 2 1-16,-2-4-1 0,2 0 0 0,2 2 0 16,0 2 0-16,-1 0 3 0,1 0 0 0,-2 0 0 15,4-2 0-15,1-2-3 0,-1 2 0 0,2 0 0 0,-2 0 0 16,1 0-3-16,1 0 1 0,-2 0 0 0,-1-2 0 16,3-2 2-16,-2 0 0 0,3 0 0 0,1 2 0 15,3 0 2-15,0 0 1 0,3 0-1 0,1 0 1 16,0-2-3-16,6 0 0 0,-4 2 0 0,-1 2 0 15,-1 0 0-15,2 0 1 0,0 0-1 0,6 0 1 0,2 0-1 16,2 2 0-16,-5 0 0 0,3 0 0 0,-2 0 5 16,2 0 1-16,2 2 0 0,5-2 0 0,1 2-6 15,3 0 0-15,-2 1 0 0,-1-1 0 0,3 0-2 16,-1 2 1-16,7-2-1 0,0 2 1 0,2-4 1 16,2 2 0-16,0 2 0 0,-1 2 0 0,5-2 3 0,0 4 0 15,2-4 0-15,-1-2 1 0,7 0-4 0,-3-4 0 16,4 4 0-16,3 3 0 0,7-3 8 0,-2 2 1 15,3-2 1-15,3-4-1 0,4 0-9 0,1 2 0 16,3-2 0-16,3 0 0 0,-4-2 2 0,5 0 0 16,-1 4 0-16,-4 0 0 0,3 0-2 0,-3 2 0 15,2-2 0-15,-5 2 0 0,1-2-2 0,-1 2 1 16,1-2 0-16,3-2 0 0,3 0 1 0,-4 0 0 0,1 0 0 16,-1 2 0-16,1 0 8 0,1-2 1 0,-2-2-1 15,1 2 1-15,-1 0-9 0,-1 0 0 0,1-2 0 16,-3 0 0-16,1 2-33 0,1-2 0 0,-1-2 1 15,1 0 0-15,-1-2 32 0,3-2 0 0,-3 0 0 16,1 2 0-16,-1 0-9 0,1 0 0 0,3-2 0 16,0 0 0-16,4 0 9 0,-1 0 0 0,-1 0 0 15,-2 0 0-15,1 2-51 0,-1-2 1 0,2 2 0 16,-3-4 1-16,3 0 49 0,-6-3 0 0,7 3 0 0,3 2 0 16,0 0-58-16,0 0 1 0,0 2 0 0,2 0-1 15,-4 0 58-15,2 0 0 0,2 0 0 0,0 4 0 16,-2-2-101-16,2 2 0 0,-2-4 0 0</inkml:trace>
  <inkml:trace contextRef="#ctx0" brushRef="#br0" timeOffset="7846.71">21669 6552 314 0,'0'0'0'0,"0"0"0"0,0 0 5 0,0 0 1 0,0 0 0 16,0 0 0-16,19 12-6 0,-15-6 0 0,0-4 0 16,2 2 0-16,1 0 3 0,1 2 0 0,-2-2 0 15,-2-2 1-15,-4-2-4 0,3-2 0 0,-3 2 0 16,0 0 0-16,4 2 42 0,-4-2 0 0,2 4 0 16,-2-4 1-16,0 0-43 0,4 2 0 0,-4-2 0 0,0 0 0 15,0 0 46-15,0 0 0 0,0 0 1 0,2 6-1 16,-2-6-46-16,0 0 0 0,4 0 0 0,-4 0 0 15,2 2 41-15,-2-2 1 0,5 4 1 0,-1-2-1 16,0-2-42-16,0 0 0 0,2 2 0 0,1 2 0 16,1 3 25-16,-2-5 1 0,-1 2-1 0,1-2 1 0,0-2-26 15,-2 0 0-15,0 0 0 0,-1 2 0 0,3 2 18 16,-6-4 0-16,2 0-1 0,-2 0 1 0,4 2-18 16,-4-2 0-16,4 4 0 0,-4-4 0 0,0 0 5 15,6 0 1-15,-6 0-1 0,0 0 1 0,0 0-6 16,0 0 0-16,0 0 0 0,0 0 0 0,0 0 2 0,0-6 0 15,0 2 0-15,0 4 0 0,0-4-2 0,0 4 0 16,0-4 0-16,0 4 0 0,-6-7-8 0,2 5 0 16,-2-6 0-16,2 2 1 0,1 2 7 0,-3 0 0 15,2 2 0-15,4 2 0 0,-4-4-8 0,0-2 1 16,-1 6-1-16,1-4 1 0,0 2 7 0,2 0 0 16,-4 2 0-16,2-4 0 0,1 2-17 0,-3 2 0 15,2 0 1-15,2 0 0 0,-6 0 16 0,3 0 0 16,-3 2 0-16,2 2 0 0,-3-2-5 0,-1 4 1 0,2-4-1 15,-1 2 1-15,-1 0 4 0,2 0 0 0,-1 2 0 16,3-6 0-16,-3 6 14 0,1-4 1 0,2 4-1 16,4-4 2-16,-4 3-16 0,1-1 0 0,1 0 0 15,0 2 0-15,0-6 11 0,0 2 0 0,1 2 0 16,-1-4 0-16,0 2-11 0,2 0 0 0,-6 2 0 16,4-2 0-16,1 2 37 0,-1 0 1 0,0 0 1 15,0-2-1-15,0-2-38 0,0 0 0 0,4 0 0 16,-1 4 0-16,1-4 18 0,-4 6 0 0,4-6 0 0,-4 2 0 15,4-2-18-15,-4 0 0 0,4 0 0 0,0 6 0 16,0-6 10-16,0 0 0 0,0 0 0 0,0 2 0 16,0-2-10-16,0 4 0 0,2 0 0 0,4-2 0 15,-4-2 16-15,-2 0-1 0,3 2 0 0,-3-2 1 0,6 2-16 16,0-2 0-16,5 4 0 0,3-4 0 0,-1 2 37 16,3 2 0-16,-3-4 0 0,2 0 1 0,3 0-38 15,-1 0 0-15,2 0 0 0,0 2 0 0,0 0 20 16,4 2 0-16,0-8 0 0,-1 2 1 0,1 2-21 15,1-2 0-15,-2 2 0 0,2 0 0 0,5 2-6 16,2 0 0-16,-4-2 0 0,-4 0 0 0,4-2 6 0,-2 0 0 16,3 2 0-16,5-4 0 0,-1 2 34 0,5-2 1 15,-3 2 1-15,5 2-1 0,1 0-35 0,0 0 0 16,-1-2 0-16,-3 0 0 0,2 0-3 0,-3 0 1 16,7 2-1-16,0-4 1 0,2 4 2 0,2-2 0 15,2 2 0-15,-2 0 0 0,0 0-4 0,0 2 1 0,2-4-1 16,-2 2 1-16,0-6 3 0,2 4 0 0,4-2 0 15,0 4 0-15,3-2 19 0,1 2 1 0,0 0-1 16,-7 0 1-16,5 0-20 0,-4 0 0 0,-2 0 0 16,4 2 0-16,-1-2-17 0,-3 0 0 0,10 4 0 15,-3-4 1-15,5 2 16 0,1 0 0 0,-7 2 0 16,2-4 0-16,-5 0 23 0,3 0 1 0,2 2-1 16,3-2 1-16,4-2-24 0,-3 2 0 0,1-4 0 15,-3 2 0-15,3 0-25 0,-4-2 1 0,7 2 0 16,-1 2 0-16,2-4 24 0,0 4 0 0,1-2 0 0,-5 0 0 15,-2 2 16-15,3 2 0 0,-3-4 0 16,3 0 0-16,-5 2-16 0,2-2 0 0,-1 0 0 0,-4 2 0 0,-1 2 18 16,-1-2 1-16,4 0 1 0,-1 2-1 0,3 0-19 15,-3 0 0-15,-3 0 0 0,-2 2 0 0,-2-4-33 16,-2 2 1-16,4-2 0 0,-2 0 0 0,2 4 32 16,-1-4 0-16,-2 2 0 0,0 0 0 0,1 2 18 15,-4-4 1-15,4 2-1 0,-2-2 1 0,0 4-19 16,0-4 0-16,4 0 0 0,0 0 0 0,6 0 0 15,-3-4 1-15,-1 4 0 0,-2 4 0 0,-4-8-1 16,0 4 0-16,2 0 0 0,0 0 0 0,2 0-19 0,0 0 0 16,-2 0 0-16,1-2 0 0,1-2 19 0,-2 0 0 15,2-2 0-15,-2 0 0 0,6 2 11 0,-1 0 0 16,-1-2 0-16,2 0 1 0,-1 0-12 0,3 0 0 16,-2 2 0-16,-4 2 0 0,1 0 8 0,1 2 1 15,0-2 0-15,4-5 0 0,1-1-9 0,1 2 0 0,-3 2 0 16,1 0 0-16,1 0 16 0,-3 2 1 0,0-4-1 15,-5 2 1-15,1 0-17 0,-2 0 0 0,0 2 0 16,2-2 0-16,0 2 22 0,-2 0 0 0,0 0 0 16,-2 0 0-16,-6 0-22 0,2-2 0 0,2 2 0 15,-2 2 0-15,5 0 14 0,-1 0 1 0,-2 0 1 16,0 0-1-16,0 0-15 0,-2-4 0 0,0 4 0 16,-2 4 0-16,1-4 8 0,-3 0 0 0,2-4 0 15,1 2 0-15,-3 0-8 0,2-4 0 0,0 6 0 16,-5-4 0-16,1 2-6 0,1 2 1 0,1 0-1 15,-1-4 1-15,1 2 5 0,0 0 0 0,1 2 0 16,-3 0 0-16,2-6-15 0,1 6 0 0,-5-6-1 0,1 4 2 16,-1-2 14-16,1 2 0 0,-5 2 0 0,1 0 0 0,-2 0 7 15,-2 0 0-15,-2-5 1 0,-2 3 0 0,2-2-8 16,-4 0 0-16,2 4 0 0,0 0 0 0,2 0-1 16,-2 2 1-16,0-2 0 0,0 0 0 0,2 0 0 15,-1 0 0-15,-2 0 0 0,-3 0 0 0,0 0 9 16,0 2 0-16,0-2 0 0,2 0 0 0,2 4-9 15,0-4 0-15,-2 0 0 0,1 0 0 0,1-4-17 16,0 2 0-16,-6 2-1 0,0 0 1 0,-2-2 17 16,-3 2 0-16,-1 0 0 0,-1 0 0 0,-2 0-9 0,-3 0 1 15,-1 0-1-15,0 0 1 0,-4 0 8 0,2-4 0 16,-2 4 0-16,4 4 0 0,-4-4 13 0,0 0 0 16,0 0 0-16,4-6 1 0,-4 6-14 0,0 0 0 15,4 0 0-15,-4 0 0 0,0 0 13 0,0 0 0 0,0 0-1 16,-4 0 1-16,4 0-13 0,-6 0 0 0,-2 0 0 15,-3-4 0-15,-3 2-1 0,-3 0 0 16,2-2 0-16,-3 2 0 0,1-2 1 0,-2 2 0 0,2-4 0 16,0 4 0-16,1-2-2 0,-1 2 1 0,-2-4 0 15,-4 4 0-15,-2-2 1 0,0 2 0 0,-4 2 0 16,2-4 0-16,-3 2-15 0,-3 2 1 0,0 0-2 16,1-4 2-16,-1 2 14 0,-1 0 0 0,-1 2 0 15,1-4 0-15,1 2 10 0,-3 2 0 0,-3-4 1 16,-1 2-1-16,-4 0-10 0,0 0 0 0,4 2 0 15,-3 0 0-15,-1 0-8 0,2 2 1 0,2-2-2 16,-4 0 2-16,0 0 7 0,2 0 0 0,-4 0 0 16,-2 0 0-16,4 0-4 0,-2 2 1 0,-1 0-1 0,1 2 1 15,-1-4 3-15,-1 6 0 0,4-4 0 0,-2 0 0 16,-2-2 7-16,3 4 1 0,-4-4-1 0,1 6 2 0,-4-4-9 16,-2 0 0-16,6 2 0 0,0 2 0 0,2-4-2 15,2 2-1-15,-6 0 1 0,-1 0 0 0,1-4 2 16,-2 0 0-16,2 6 0 0,-2-4 0 0,1 2-22 15,1 0 0-15,-6 0 0 0,3 2 0 0,-3-6 22 16,-2 0 0-16,1 4 0 0,-3 0 0 0,1 3-8 0,-2-1 1 16,1-6-1-16,-1 0 1 0,0-4 7 15,-1 2 0-15,-3 2 0 0,0 2 0 0,-2 2 4 0,0-4 1 16,-2 0-1-16,1 0 1 0,-1 0-5 0,2-6 0 16,-4 6 0-16,2 0 0 0,-2 6 8 0,2-2 0 15,-5 0 0-15,1-4 1 0,-2-6-9 0,-2 4 0 16,4 2 0-16,-1 0 0 0,-1 0-26 0,0 0 1 15,2 0 0-15,-3-4-1 0,-1 2 26 0,0-3 0 0,1 3 0 16,3 2 0-16,2 0 16 0,0 2 0 0,-2-2-1 16,0 0 1-16,-2 0-16 0,2 5 0 0,1-10 0 15,3 3 0-15,-2 2-19 0,2-4 0 0,0 2-1 16,0 0 1-16,-2 2 19 0,4-4 0 0,-3 4 0 16,1 0 0-16,-1 0-26 0,-3 0 0 0,6-2 0 15,-1 2 1-15,7 0 25 0,-2-4 0 0,-2 2 0 16,1 2 0-16,1 2-7 0,-2 2 1 0,2-4 0 15,1 0 0-15,1 0 6 0,2 0 0 0,-3 2 0 0,5 2 0 16,-1-4-8-16,1 2 0 0,3 0 1 0,-2 2 0 16,5-8 7-16,-3 2 0 0,2 4 0 0,2 2 0 15,-3-2-19-15,3 3 0 0,2 1 0 0,0-4 0 16,6 4 19-16,-4-4 0 0,5 2 0 0,-1-4 0 16,6 0-2-16,-1 0 1 0,-1 2 0 0,4-2 0 0,-5-2 1 15,3 2 0-15,1 0 0 0,3 0 0 0,-3 2 31 16,3 4 1-16,-1-4-1 0,6 2 2 0,0-2-33 15,0 2 0-15,-1-2 0 0,-1 4 0 0,2-4-14 16,-2 4 1-16,1-2-1 0,1 0 1 0,-4 0 13 16,6 2 0-16,-4-4 0 0,2 4 0 0,-1 0 1 0,-1-2 0 15,8 0 0-15,0 2 0 0,4-4-1 0,-1 4 0 16,7 0 0-16,-6-6 0 0,3 2-1 0,5 3 1 16,-3-5-1-16,1 2 1 0,-1 0 0 0,1 0 0 15,-1 2 0-15,0 0 0 0,3 2-10 0,-1-4 0 16,1 0 0-16,1-2 1 0,-2 0 9 0,5 0 0 15,-5 0 0-15,2 4 0 0,1-4 9 0,1 0 1 16,0 0-1-16,2 2 1 0,-5 2-10 0,3-4 0 0,2 2 0 16,-1 0 0-16,1 0 23 0,-2 0 2 0,2 0-2 15,2 2 1-15,-4-4-24 0,3 0 0 0,-1 0 0 16,0 2 0-16,0 2 25 0,0-2 0 0,4-2 0 16,0 0 2-16,0 0-27 0,-4-2 0 0,4 2 0 15,-3 2 0-15,3-2-15 0,0 0 1 0,0 0 0 16,0 0 0-16,0 0 14 0,0 0 0 0,0 0 0 15,-4 2 0-15,4-2 24 0,0 0 2 0,0 0-1 16,0 0 0-16,0 0-25 0,-2-4 0 0,0-2 0 16,2 0 0-16,0 0 6 0,0-2 0 0,-4-4 0 0,2-4 1 15,2-5-7-15,0 1 0 0,-2 2 0 0,0 2 0 16,2 2 5-16,0 2 1 0,0 0-1 0,0-5 1 16,2 3-6-16,0-4 0 0,-2 2 0 0,-2 4 0 15,0-4 16-15,0 0 1 0,1-2 0 0,-3-3 1 0,0-3-18 16,0 0 0-16,-2-2 0 0,2 6 0 0,1 1 9 15,1 3 0-15,-4-6 0 0,2 2 1 0,-2-4-10 16,-1 0 0-16,1 3 0 0,4-3 0 0,2 4 6 16,-2-2 0-16,-2 0 0 0,0-3 1 0,1 3-7 15,-3 0 0-15,2-4 0 0,0 6 0 0,0-2 2 0,0 1 0 16,-1-3 0-16,-1 4 1 0,2-4-3 0,-4-2 0 16,3 3 0-16,-1 3 0 0,2-4 3 0,-2 4 1 15,3 0 0-15,-3 4 0 0,4-7-4 0,-4 5 0 16,0-2 0-16,1 4 0 0,-1-4 0 0,-2 2 1 15,2-3 0-15,3 1 0 0,-7 4-1 0,4-6 0 16,1 2 0-16,-3 0 0 0,-2 1-6 0,1 3 1 0,3-4 0 16,0 0 0-16,0 0 5 0,-1 0 0 0,3 6 0 15,0 1 0-15,-2 5 4 0,3 2 1 0,-1 0 0 16,0-2 0-16,0 0-5 0,0 2 0 0,4 0 0 16,0 0 0-16,-4 0 0 0,2 2 0 0,1 0 0 15,-1 2 1-15,2-4-1 0,-2-2 0 0,2 4 0 16,0 4 0-16,-2-6 0 0,2 6 1 0,0-4-1 15,0 4 1-15,0-4-1 0,0 4 0 0,2-2 0 16,-2 2 0-16,0 0-34 0,2-6 1 0,0 6-1 16,5 0 1-16,-1 0 33 0,0 0 0 0,7 2 0 0,4 2 0 15,6-2 6-15,0 2 1 0,-2 0 0 0,-3 0 0 16,1 2-7-16,-2-4 0 0,2 4 0 0,2-4 0 16,4 2-24-16,0 2 0 0,0-2 0 0,4 0 0 15,-2-4 24-15,5 2 0 0,-1 2 0 0,0-2 0 16,1 2 17-16,3 0 0 0,-3 0 0 0,-1-4 0 0,2 0-17 15,-3 0 0-15,7 2 0 0,-1 2 0 0,4-4-9 16,3 2 1-16,-3 4-1 0,-2-4 1 0,1 2 8 16,-1 2 0-16,4-4 0 0,2 4 0 0,0-4-12 15,0 2 0-15,4-4 0 0,0 0 0 0,-2 0 12 16,0 0 0-16,6 0 0 0,-4 0 0 0,4 0 17 0,0 3 0 16,1-6 0-16,1-1 1 0,0-2-18 0,1 2 0 15,3 4 0-15,1-4 0 0,3 4-15 0,-1 0 0 16,0-2 0-16,-3 2 0 0,3-6 15 0,-5 6 0 15,3-4 0-15,2 2 0 0,5 0-16 0,-5 2 0 16,0-4-1-16,-1 4 2 0,-3-2 15 0,3 2 0 16,-3 0 0-16,5 0 0 0,-1 0 13 0,2-4 1 15,-3 4-1-15,-1 0 0 0,2-2-13 0,-3 0 0 0,3 0 0 16,1 2 0-16,3-2 3 0,-4 0 0 0,3 2 0 16,-3 0 0-16,2 0-3 0,-3 0 0 0,3 0 0 15,2 0 0-15,0 0-15 0,2 0 0 0,-3 0 0 16,-1 0 0-16,0 0 15 0,2 0 0 0,1 0 0 15,1-4 0-15,-4 4 3 0,2-2 1 0,0-2 1 16,4 2-1-16,-2 0-4 0,4-4 0 0,-5 0 0 16,1 2 0-16,2 0-4 0,-4 4-1 0,2-6 1 15,2 0 0-15,-6 0 4 0,4 0 0 0,-3 0 0 0,1 1 0 16,-4 5 19-16,2-6 0 0,3 0 0 0,1-2 0 16,-4 2-19-16,4-2 0 0,-2 2 0 0,0-2 0 15,-1-2 7-15,-3 0 0 0,6 0 0 0,-2 2 0 16,4-4-7-16,-3 2 0 0,-1-3 0 0,-4 1 0 0,2 2-20 15,-1-4 1-15,1 2 0 0,-2 4 0 0,1-4 19 16,-5 4 0-16,3-4 0 0,-3 4 0 0,-3 0-3 16,1 2 0-16,1-2 0 0,0-3 0 0,1 5 3 15,-3 2 0-15,0-2 0 0,-5-2 0 0,-1 2 5 16,0 2 1-16,0 2-1 0,2-6 1 0,0 2-6 16,-2-2 0-16,2 2 0 0,0 0 0 0,-3-2 16 0,3 2 1 15,-8 0 0-15,1 0 0 0,-5-2-17 16,0-1 0-16,1 3 0 0,3 0 0 0,0 0-7 0,-4 0 1 15,3 0 0-15,-3 2 0 0,-2-2 6 0,-1 6 0 16,-1-4 0-16,1 2 0 0,-1 2 6 0,-3-2 0 16,2-2 0-16,-1 2 1 0,-1 2-7 0,-4-4 0 0,4 2 0 15,-3 2 0-15,3-6 6 0,-2 0 0 0,-4 4 0 16,2-2 1-16,-3 2-7 0,1-2 0 0,2 0 0 16,-4 4 0-16,4-6-24 0,0 2 0 0,-2 2 0 15,0 0 0-15,-2 2 24 0,0 0 0 0,2-4 0 16,2 2 0-16,-1 2-16 0,-1 0 0 0,-4-4 1 15,2 2 0-15,-2-2 15 0,1 1 0 0,-1 1 0 16,0 2 0-16,-4 0-20 0,0 0 0 0,-1 2 0 16,-3 1 1-16,-3 1 19 0,-1-2 0 0,1 2 0 15,-3 2 0-15,-1-6 21 0,0 2 1 0,2 0 0 16,-1 2 0-16,3-4-22 0,-1 2 0 0,-3 2 0 0,0 4 0 16,2-2 22-16,-1 2 2 0,1-2-1 0,0 2 0 15,1 4-23-15,1-4 0 0,-3 4 0 0,-1-2 0 16,2 3-2-16,1 1 1 0,1 0 0 0,-2 4 0 15,1-2 1-15,1 2 0 0,-2 2 0 0,-5-6 0 0,5 7 0 16,0-1 0-16,-2 2 0 0,-1 4 1 0,1 2-1 16,0 1 0-16,-2-3 0 0,-1 0 0 0,1 2 10 15,0-6 1-15,0 5 0 0,0 1 0 0,0-2-11 16,-1 0 0-16,1 3 0 0,0-1 0 0,2-2-2 0,0 2 1 16,-4 7-1-16,-1-7 1 0,1 6 1 15,-2 0 0-15,2 1 0 0,0-1 0 0,-2-2 9 0,-2 2 0 16,2-5 0-16,0-1 1 0,-2 4-10 0,0-4 0 15,1 1 0-15,-1 3 0 0,0-8 10 0,-2 4 1 16,0-3 0-16,0-3 1 0,0 2-12 0,1 0 0 16,-1 0 0-16,0-1 0 0,2 3-6 0,2-4-1 15,-2 0 1-15,0-4 1 0,0 2 5 0,0 1 0 0,2-1 0 16,0-6 0-16,-2 0 8 0,0 2 2 0,4-4-2 16,0 0 1-16,-2-6-9 0,2 2 0 0,0 3 0 15,-2-1 0-15,2 4 6 0,0-4 1 0,-2 2 0 16,2 0 0-16,2-2-7 0,-2 0 0 0,0-2 0 15,-1 4 0-15,1-4-21 0,-2 5 1 0,2-5-2 16,0 0 2-16,-2-2 20 0,-2 0 0 0,2 0 0 16,0 2 0-16,0-6-15 0,-2 2 0 0,2-2 0 15,0 2 1-15,-2 0 14 0,2 0 0 0,0 2 0 16,-1-2 0-16,-3 2-14 0,0 0 1 0,-2 0-1 0,0 0 1 16,1 0 13-16,-1-4 0 0,-4 4 0 0,1 1 0 15,-3-1 23-15,3 2 0 0,-3-6 0 0,1 2 0 16,-1-4-23-16,1 0 0 0,-5 2 0 0,-1 0 0 15,0 2 12-15,-1-4 0 0,-3 0 0 0,-5 0 1 0,-3 0-13 16,0-4 0-16,-2 4 0 0,3 4 0 0,-5-4-17 16,-2 2 0-16,1-4 0 0,1 2 0 0,-3-4 17 15,0 2 0-15,-1 2 0 0,3 0 0 0,-5 2-19 16,-1 2 1-16,-4-4-1 0,-2 0 1 0,-2 0 18 16,0 0 0-16,-2 0 0 0,-2 2 0 0,3 2-4 0,-3 2 1 15,-2-6 0-15,0 0 0 0,-3 0 3 16,1 2 0-16,-1-2 0 0,-1 0 0 0,1 2-2 0,-3 2 1 15,1-4 0-15,-4 0 1 0,1 0 0 0,-1 2 0 16,2 2 0-16,-3-4 0 0,5 2-12 0,-4 2 1 16,-3 0 0-16,-1 0 0 0,0-2 11 0,-4-2 0 15,-2 6 0-15,-3 2 0 0,-3 0-78 0,-1 2 0 0,-10 0 0 16</inkml:trace>
  <inkml:trace contextRef="#ctx0" brushRef="#br0" timeOffset="9191.76">25024 5790 11 0,'0'0'0'0</inkml:trace>
  <inkml:trace contextRef="#ctx0" brushRef="#br0" timeOffset="10613.72">24464 6405 449 0,'0'0'0'0,"0"0"0"0,0 0 29 0,0 0 2 0,0 0-1 0,0 0 0 0,0 0-30 0,20-20 0 15,-17 20 0-15,-3 0 0 0,6-7 62 0,-6 7 1 16,6-6-1-16,-6 6 0 0,4-4-62 0,-4 4 0 16,4 0 0-16,-4 0 0 0,3 0 47 0,-3 0-1 15,4 0 0-15,-4 0 2 0,4 0-48 0,-4 0 0 0,2 4 0 16,-2-4 0-16,6 6 32 0,-6-6 1 0,5 7-1 15,-1-3 1-15,0 6-33 0,2-4 0 0,3 4 0 16,-7 2 0-16,2-4 29 0,2 6-1 0,2 0 0 16,-3 0 1-16,1 0-29 0,-2 3 0 0,2 1 0 15,-1 6 0-15,1-2 16 0,0 4 1 0,0-6 0 16,-2 3 1-16,-1 1-18 0,3 0 0 0,2 4 0 16,-4 3 0-16,0-1 16 0,-1 4 1 0,1 4 0 15,-4-1 0-15,-2 3-17 0,0 2 0 0,6 7 0 16,2-1 0-16,2 3 4 0,-1 5 1 0,-5-2 0 15,0 1 0-15,-2 1-5 0,-2 1 0 0,4 7 0 16,0 1 0-16,-2 4 19 0,2 3 0 0,2 1 0 0,0 1 1 16,1 5-20-16,3 4 0 0,-4-5 0 0,0 3 0 15,0 0 24-15,-1 3 0 0,1 5 0 0,4 4 0 0,0-2-24 16,-3 3 0-16,1 1 0 0,0-2 0 0,0 0-2 16,-3-3 0-16,1 7 0 0,-2 0 1 0,0 4 1 15,0 0 0-15,0 0 0 0,-2-1 0 0,2-1 24 16,0-2 1-16,-2 4 1 0,2 0-1 0,1-3-25 15,-1 1 0-15,2-2 0 0,0-2 0 0,0-2 38 16,0 1 1-16,5 3-1 0,1-4 2 0,-1 0-40 16,3-3 0-16,1 1 0 0,1-2 0 0,1-4 21 0,2 1 0 15,-1-5 0-15,-1-2 0 0,0-5-21 0,-1-1 0 16,-1-1 0-16,1-3 0 0,-5 2 11 16,3-5 1-16,-1-5-1 0,1-3 1 0,-1 1-12 0,-1-7 0 15,1 1 0-15,1-3 0 0,-4-2 10 0,1 1 1 16,-1-7-1-16,-1-4 1 0,1-5-11 0,-2-1 0 15,-2-2 0-15,2 0 0 0,-3 1 8 0,-1-3 0 16,0-2 0-16,0 4 0 0,-2-3-8 0,0-3 0 0,2 0 0 16,0-2 0-16,-2-6 5 0,-2-2 0 0,2-1 0 15,0-9 0-15,0-4-5 0,0 0 0 0,0 0 0 16,0 4 0-16,0-4-134 0,0 0 1 0,-6-23 0 16</inkml:trace>
  <inkml:trace contextRef="#ctx0" brushRef="#br0" timeOffset="11967.19">23107 5564 765 0,'0'0'0'0,"0"0"0"15,0 0 24-15,0 0 0 0,0 0 1 0,0 0-1 16,0 0-24-16,0 0 0 0,0 0 0 0,0 0 0 16,0 22 34-16,2-14 1 0,0 4 0 0,0 0 1 15,0 2-36-15,-2 0 0 0,2 1 0 0,-1-3 0 0,1-2 41 16,0 2 1-16,2 4 0 0,0 2 1 0,-2 2-43 15,2 0 0-15,0 7 0 0,1 1 0 0,5-4 9 16,-1 6 0-16,-1-1 0 0,-2-3 0 0,2-2-9 16,-3 4 0-16,3-2 0 0,-2 1 0 0,-1-1-54 15,1-4 0-15,0-2 1 0,-2 2 0 0,0-1 53 16,-2-3 0-16,-2-4 0 0</inkml:trace>
  <inkml:trace contextRef="#ctx0" brushRef="#br0" timeOffset="12764.63">22359 8732 1160 0,'0'0'0'0,"0"0"0"0,0 0 42 0,0 0 0 16,0 0 0-16,31-18 2 0,-10 10-44 0,0-4 0 15,2 4 0-15,-2 1 0 0,2 3-3 0,4 2 1 0,-8 0 0 16,-2 2 0-16,1 0 2 0,-1 0 0 0,-2 0 0 16,-1 2 0-16,-1 0 12 0,1 0 0 0,-1 0 0 15,-2 0 1-15,1 3-13 0,-2-5 0 0,3 6 0 16,2 2 0-16,-5 2-1 0,1 0 0 0,-3-2 0 15,-2 4 1-15,0-2 0 0,-3 4 0 0,-3 4 0 16,0 2 0-16,-1 1 15 0,-1 5 1 0,-6 2-1 16,-4 0 1-16,-3 3-16 0,0 1 0 0,-3 0 0 15,5-2 0-15,-8 1-1 0,2 1 0 0,-2-2 0 0,3-2 0 16,-1 1 1-16,0-1 0 0,2-2 0 16,3 0 0-16,1-2 15 0,-2 1 1 0,3-3-1 0,-1 0 2 15,1-4-17-15,3 0 0 0,5-4 0 0,0-5 0 0,2-3-5 16,2-6 0-16,2 2-1 0,0 2 1 15,-2-4 5-15,0 0 0 0,11 2 0 0,-3-2 0 0,6-2 40 16,1 0-1-16,12-11 0 0,5 1 0 0,9-12-39 16,5 0 0-16,-4-4 0 0,-2 8 0 0,2-9 11 15,2 3 1-15,-5-2-1 0,-1 2 0 0,-2-7-11 16,-1 5 0-16,-1 2 0 0,-1 2 0 0,-2 2-17 16,-3 3-1-16,1-1 1 0,0 0 1 0,-4 6 16 15,0 0 0-15,-2 0 0 0,-2 2 0 0,0-2-94 16,2-1-1-16,-8 9 1 0</inkml:trace>
  <inkml:trace contextRef="#ctx0" brushRef="#br0" timeOffset="16199.25">26686 8845 754 0,'0'0'0'0,"47"4"0"0,-15-4 34 0,1 2 2 0,3-4-2 0,2-4 1 0,7-8-35 0,1 2 0 15,-4 4 0-15,-4 4 0 0,0-3 34 0,-1 3 0 16,-3-2 1-16,-3 4-1 0,2 2-34 0,-5 0 0 16,-1 0 0-16,-2 0 0 0,0 2 28 0,0 0 1 15,-6 2-1-15,-5 2 1 0,-5 3-29 0,-3-3 0 16,-2 0 0-16,0 2 0 0,-4-2 13 0,0 4-1 0,-2 2 0 15,0 2 1-15,0 2-13 0,-4 2 0 16,-5 5 0-16,-5 1 0 0,-5 0 18 0,-2 2 0 0,2-4 0 16,2 1 1-16,-2-1-19 0,-2-2 0 0,2 0 0 15,0 2 0-15,-2-4 16 0,2 5 1 0,3-7 0 16,1 2 0-16,4-4-17 0,-1 0 0 0,5-2 0 16,1-6 0-16,4 2-1 0,2-4 0 0,0 0 0 15,2-4 1-15,0 0 0 0,0 0 0 0,0 4 0 16,0-4 0-16,4 0 21 0,-4 0 0 0,17 0 0 15,8 0 0-15,10 0-21 0,1 2 0 0,-1-4 0 16,-3-4 0-16,1 0 1 0,-4-2 1 0,-1 6-1 0,3 2 1 16,0 2-2-16,-1 0 0 0,-5 0 0 0,0 2 0 15,-2-2 21-15,-2 2 1 0,1 2 0 0,-3 2 0 0,-4 0-22 16,2 5 0-16,-3-5 0 0,-3 0 0 16,-3 4 5-16,-2-4 0 0,-1 4 0 0,-1 2 0 0,-2-2-5 15,-2 2 0-15,-6 4 0 0,-1 7 0 0,-7 1 53 16,-1 2 0-16,-10-2 1 0,-2 3-1 0,-7-3-53 15,-3 2 0-15,-5 0 0 0,0 0 0 0,-8-1 4 16,-2 1 0-16,0 0 0 0,5-2 0 0,-3 1-4 16,-2 1 0-16,4-6 0 0,4 4 0 0,0 0-76 0,-2-7-1 15,4 1 1-15</inkml:trace>
  <inkml:trace contextRef="#ctx0" brushRef="#br0" timeOffset="21934.77">24008 5544 303 0,'0'0'0'0,"0"0"0"0,0 0 2 0,0 0 0 0,0 0 0 16,0 0 1-16,0 0-3 0,0 0 0 0,0 0 0 16,0 0 0-16,0 0 70 0,-17-21-1 0,11 13 1 15,2-2 0-15,-2 6-70 0,1-2 0 0,-1 0 0 16,2 0 0-16,2 4 41 0,2 2 2 0,-4-6-1 16,4 6 0-16,-3 0-42 0,3 0 0 0,-4 0 0 15,4 0 0-15,0 0 35 0,0 0 2 0,-4 0-1 16,4 0 0-16,0 0-36 0,0 0 0 0,0 6 0 0,0 4 0 15,0 2 26-15,-2 0 1 0,4 13 1 16,0 1-1-16,0 0-27 0,2 8 0 0,-4-8 0 16,1-5 0-16,1-1 19 0,-2 2 0 0,0-2 0 0,0-4 1 15,-2 2-20-15,1-3 0 0,1-1 0 0,0 0 0 16,0-2 17-16,-4-2 0 0,4 0 0 0,0 0 2 0,-2 2-19 16,0 0 0-16,0-4 0 0,-2 0 0 0,2-1 13 15,-4-1 0-15,5-4 0 0,1 4 1 0,0-2-14 16,-2 0 0-16,0 0 0 0,0-2 0 0,2-2 7 15,-6 4 0-15,2-4 0 0,4 0 0 0,-2 4-7 16,2-4 0-16,0 0 0 0,0 4 0 0,0-4 5 16,-5 0 1-16,5 0-1 0,-6-6 1 0,2 6-6 15,0-2 0-15,0-2 0 0,0 2 0 0,-1-4 4 0,-1-2 0 16,0 2 0-16,0-2 1 0,3-5-5 0,1-1 0 16,2 0 0-16,-4 0 0 0,2-6 9 0,2 0 1 15,2 2 0-15,2 1 1 0,-2 5-11 0,1-4 0 16,1 2 0-16,2 2 0 0,2-2 2 0,-1 2 0 15,-1 4 0-15,0 0 1 0,2-4-3 0,-3 3 0 0,1 3 0 16,2-2 0-16,3-4 4 0,-3 0 0 0,1 2 0 16,3 0 1-16,-1 0-5 0,1 0 0 0,-1 2 0 15,-1 2 0-15,2 4 6 0,-1-2 1 0,1 0 0 16,-1-2 0-16,6-2-7 0,1 1 0 0,1 1 0 16,2-2 0-16,2 2 21 0,2 0 0 0,-2 4 0 15,0-4 1-15,2 2-22 0,0 2 0 0,0-4 0 16,-2 4 0-16,3-2 2 0,3 2 1 0,-2 2-1 15,-4-4 1-15,-2 2-3 0,-2 2 0 0,2 0 0 16,-1 2 0-16,-3 2 2 0,-2-4 1 0,2 0-1 16,1 0 2-16,-3 2-4 0,0 2 0 0,6-4 0 0,2 0 0 15,4 0 4-15,-4 0 0 0,0 0 0 0,-4 2 0 0,3 0-4 16,-1 2 0-16,0-4 0 0,0 2 0 16,0 2 3-16,-4-2 0 0,-1 2 0 0,-5-2 0 0,-3-2-3 15,-1 0 0-15,-1 2 0 0,0 2 0 0,0-4-8 16,-3 2 1-16,1 2 0 0,0-4 0 0,2 2 7 15,0 0 0-15,-1 2 0 0,1-2 0 0,0 4 29 16,0 1 1-16,1 1-1 0,1 0 1 0,0 2-30 0,-3 0 0 16,3 0 0-16,0 0 0 0,-1 2 2 0,1 2 1 15,2 0 0-15,-1 0 0 0,3 5-3 0,-3-5 0 16,1-2 0-16,-2 2 0 0,1 0-6 0,1 0 1 16,-3-4 0-16,-1 2 0 0,0-4 5 0,-2 3 0 15,-2-3 0-15,2 4 0 0,-1 2 22 0,1 0 1 16,0 0 0-16,0 0 0 0,0-2-23 0,1 4 0 15,-3-4 0-15,0-3 0 0,-2-3-3 0,0-4 1 16,0 2 0-16,0 0 0 0,0 0 2 0,0 2 0 0,0-6 0 16,-2 6 0-16,2-6 21 0,0 2 0 0,0-2 0 15,-2 6 0-15,2 0-21 0,0-6 0 0,-5 0 0 16,-1 2 0-16,0 2 10 0,0 4 1 0,-1-6 0 16,-3 2 0-16,-5-4-11 0,1 4 0 0,-1 0 0 15,-2-4 0-15,0 0 6 0,-1 0 1 0,-5 0-1 16,0 0 1-16,-2 0-7 0,-3 0 0 0,-3 0 0 15,0 0 0-15,1 0-29 0,-5 0 1 0,1 0 0 16,-3 0 0-16,3 0 28 0,-3 2 0 0,5 2 0 0,1-4 0 16,2 2-6-16,-3 0 0 0,1-4 0 0,0 0 1 15,1-2 5-15,-1-2 0 0,-2 2 0 0,-3 0 0 16,-1 2-19-16,-1-4 1 0,2 2-1 0,3 0 1 0,2 0 18 16,-3 2 0-16,5-2 0 0,6 2 0 0,4 0-3 15,2-2 1-15,1 2 0 0,3 2 0 0,3 0 2 16,3 0 0-16,-1 0 0 0,-2 0 0 0,3-4-27 15,-1 2 0-15,2 2 0 0,1 0 1 0,-1 0 26 16,0 0 0-16,2 0 0 0,4 0 0 0,-4 0-116 16,4 0 0-16,0 0 0 0</inkml:trace>
  <inkml:trace contextRef="#ctx0" brushRef="#br0" timeOffset="22530.02">25829 5509 540 0,'0'0'0'0,"0"0"0"16,0 0 37-16,0 0 0 0,0 0 0 0,-19 0 2 16,12 0-39-16,-3 0 0 0,-1 2 0 0,-1 2 0 15,-1-4 35-15,-1 2 0 0,5 0 0 0,1 2 1 0,4-4-36 16,0 2 0-16,0 2 0 0,-1-4 0 0,1 2 41 15,0 3 1-15,0-3 0 0,0 4 1 0,1 0-43 16,-1 2 0-16,0 0 0 0,0 4 0 0,0 2 33 16,0-2 1-16,4 10 0 0,0 0 0 0,0 5-34 15,2 5 0-15,0-4 0 0,-4-6 0 0,0 5 22 0,0-1 0 16,2 2 0-16,-1-2 0 0,-1-4-22 0,0 5 0 16,0-5 0-16,0 0 0 0,0-4 30 0,-2 2 0 15,2-6 1-15,2-8 0 0,0 1-31 0,0 1 0 16,0-2 0-16,0-2 0 0,0 0 16 0,-2 2 1 15,2-4 0-15,0 2 0 0,2 0-17 0,-2-4 0 16,0 0 0-16,0 0 0 0,0 0 17 0,0 0 0 0,0 0 0 16,0 0 1-16,0 0-18 0,0 0 0 0,0 0 0 15,0-4 0-15,0-2 16 0,0 2 0 0,0-6 0 16,0-4 1-16,2-3-17 0,0-3 0 0,0-2 0 16,0 2 0-16,2 0 4 0,1-4 1 0,1-1 0 15,0 3 0-15,0 2-5 0,-1-2 0 0,3-4 0 16,0 5 0-16,-1 3 8 0,1 0 0 0</inkml:trace>
  <inkml:trace contextRef="#ctx0" brushRef="#br0" timeOffset="23346.22">25749 5675 1592 0,'10'-14'-4'0,"-3"-1"0"16,-1 1 1-16,0-4 3 0,-2 2 0 0,-1 6 0 16,1 0 0-16,0 2-3 0,0 2 0 0,0 0 0 15,0-2 0-15,-4 2 3 0,0 2 0 0,1 0 0 0,-1 4 0 16,2-7-10-16,-2 7 1 0,2-4-1 0,-2 4 1 16,0 0 9-16,2-2 0 0,-2 2 0 0,0 0 0 15,0 0-3-15,0-6 1 0,0 6-1 0,4 2 1 0,-4-2 2 16,0 0 0-16,10 0 0 0,-3 0 0 0,5 0-7 15,-1 4 0-15,10-2 0 0,2 4 0 0,6 3 7 16,0 1 0-16,-2-2 0 0,-4-2 0 0,-2-4-5 16,0 2 0-16,4-4 0 0,0 4 0 0,2 0 5 15,-1-4 0-15,3 0 0 0,0 0 0 0,4 0-10 0,-1-4 0 16,1 0 0-16,-1 4 1 0,-1-6 9 16,4 0 0-16,-1 2 0 0,-1 0 0 0,-1 0-9 0,5 2 1 15,-3-6 0-15,3 1 0 0,1 1 8 0,4 0 0 16,-5 4 0-16,-7-4 0 0,1 2-9 0,-2 2 1 15,-2 0 0-15,-4 2 0 0,-6-6 8 0,2 2 0 16,-4 2 0-16,1-2 0 0,-3 0 0 0,0 0 0 0,-3 2 0 16,-2-2 1-16,-2 0-1 0,-3 2 0 0,3 0 0 15,2 0 0-15,-1 2-7 0,-1-4 1 0,0 2 0 16,-2 2 0-16,2-4 6 0,-3 2 0 0,1 2 0 16,0 0 0-16,-4 0 7 0,4 0 0 0,-4 0 0 15,4 0 1-15,-4 0-8 0,4 2 0 0,-4-2 0 16,3 0 0-16,-3 0 1 0,2 4 0 0,-2-4 0 15,4 6 1-15,-4-2-2 0,2 0 0 0,0 2 0 16,-2 0 0-16,2 2 23 0,0 4 0 0,-2-4 0 16,0 2 1-16,2 7-24 0,0-3 0 0,-2 0 0 15,0 0 0-15,2-4 20 0,-1 6-1 0,1 0 0 16,-2 2 1-16,2-4-20 0,0 3 0 0,0 1 0 0,0-2 0 16,0 4 34-16,0 0 0 0,2-2 1 0,-2 5 0 15,1-1-35-15,1 2 0 0,-2-10 0 0,0 6 0 16,-2-6-13-16,0 0 0 0,0-3 0 0,0-1 0 0,0-4 13 15,0 2 0-15,-2-6 0 0,0 4 0 0,0 0 4 16,0 0-1-16,1-2 0 0,-3 2 0 0,0-2-3 16,0 2 0-16,2-2 0 0,2-4 0 0,0 0 5 15,-4 4 0-15,0-2 0 0,1 2 0 0,-1-4-5 16,0 4 0-16,0 0 0 0,-2-2 0 0,3-2 14 16,-1 0 0-16,-4 4 0 0,0-4 0 0,-1 0-14 0,1 0 0 15,-3 0 0-15,-1 0 0 0,1 0-16 0,-3-4 0 16,3 4 0-16,-1-2 1 0,-1 0 15 0,-1 0 0 15,-1 0 0-15,-2 0 0 0,1 2 9 0,1 0 1 16,-4-4-1-16,-4 2 1 0,-2-4-10 0,0 4 0 16,-4-2 0-16,-1 2 0 0,-5-2-22 0,1 2 0 0,1-2-1 15,-2 0 2-15,-1 0 21 0,0 2 0 0,-1-4 0 16,-9 4 0-16,0-4 9 0,0 6 1 0,-4-6 0 16,0 2 0-16,1 2-10 0,-3 0 0 0,8 2 0 15,3 0 0-15,5 2 6 0,-2 0 0 0,1 0 0 16,-1 0 0-16,1 0-6 0,3 2 0 0,-1-2 0 15,-1 2 0-15,0 0-29 0,-1 2-1 0,10 0 1 16,0 0 0-16,4 0 29 0,2 0 0 0,4-2 0 16,0 0 0-16,5 2-47 0,-1-6-1 0,5 0 1 15,1 2 0-15,7-2 47 0,-2 4 0 0,2-4 0 0,-2 4 0 16,2-4-129-16,0-4 0 0,4 4 0 0</inkml:trace>
  <inkml:trace contextRef="#ctx0" brushRef="#br0" timeOffset="24730.4">27896 5588 641 0,'0'0'0'0,"0"0"0"0,0 0 54 0,0 0 0 0,0 0 0 16,0 0 1-16,0 0-55 0,0 0 0 0,0 0 0 15,0 0 0-15,0 0 29 0,0 0 1 0,0 0 0 16,0 0 0-16,-21-14-30 0,17 10 0 0,1 4 0 15,-1-4 0-15,0 4 27 0,0 0-1 0,0 0 0 16,0 4 0-16,4-4-26 0,0 0 0 0,-3 0 0 16,3 0 0-16,-4 4 23 0,4-4 1 0,-2 4 1 15,2 2-1-15,-2-2-24 0,2 0 0 0,0 8 0 16,0 4 0-16,-2 4 37 0,2 7 0 0,2-3 0 16,-2 6 1-16,4-2-38 0,1 7 0 0,-1-1 0 15,0 0 0-15,0 6 21 0,0-3 0 0,0 3 0 0,-4 0 1 16,0-5-22-16,0-1 0 0,0-4 0 0,-2 1 0 15,0-3 30-15,0-8 1 0,2 0 1 0,0 0-1 0,0-10-31 16,0 0 0-16,0-2 0 0,-2 3 0 0,2-7 28 16,0 2 0-16,-2 0 0 0,2-4 1 0,2 4-29 15,0-4 0-15,-2-2 0 0,0 0 0 0,0 0 14 16,-2 4 0-16,2-4 0 0,-4 0 0 0,4 0-14 16,0 0 0-16,0 0 0 0,0 0 0 0,-2-6-14 0,2 0 0 15,-2-6 0-15,-3 2 0 0,-3-7 14 16,2-1 0-16,0-8 0 0,1 0 0 0,-3-4 12 0,-2-3 0 15,7 7 0-15,1 4 0 0,2-4-12 0,0 3 0 16,-2-3 0-16,0 0 0 0,0 4-17 0,0-4 1 16,0-1 0-16,0 5-1 0,0 0 17 0,0 2 0 15,0 0 0-15,0-4 0 0,1 1-1 0,-1 1 1 16,0 2 0-16,0 2 0 0,0 2 0 0,0 4 0 0,0 4 0 16,0-1 0-16,2 3 19 0,0 0 0 0,0 4 0 15,0-4 0-15,2 2-19 0,-2 4 0 0,2-6 0 16,-2 6 0-16,2-4-17 0,-2 4 1 0,2-6 0 15,0 0 0-15,2 4 16 0,-1-4 0 0,1 2 0 16,0 2 0-16,0-2-14 0,0 0 2 0,1 0 0 16,5 2 0-16,0-6 12 0,-1 2 0 0,3 2 0 15,3 2 0-15,2-2-15 0,1 2 0 0,1 0 0 16,2 2 0-16,4 0 15 0,-2-4 0 0,2 4 0 16,0-2 0-16,1-2 11 0,-1 0 1 0,2-1-1 15,0 3 1-15,2-2-12 0,0 2 0 0,-1-4 0 0,-3 4 0 16,2-4 15-16,0 2 0 0,2 0 0 0,-1-2 0 15,-1 0-15-15,2 0 0 0,-2 0 0 0,0 4 0 0,-2-4-10 16,-2 2 1-16,3 0 0 0,1 0 0 0,0-2 9 16,0 2 0-16,0 0 0 0,-4 2 0 0,4 2 3 15,-2 0 0-15,-2 0 0 0,0 0 0 0,-2 0-3 16,0 0 0-16,-2 0 0 0,-4 0 0 0,-1 2 5 16,-1 2 0-16,-3-4 0 0,-1 0 1 0,-1 0-6 15,-2 0 0-15,0 0 0 0,1 2 0 0,-1 0 7 16,0 2-1-16,-1-4 0 0,1 0 0 0,-2 0-6 15,0 2 0-15,0-2 0 0,-4 0 0 0,4 4 10 0,-4-4 1 16,3 0 0-16,-3 0 0 0,4 2-11 0,-4-2 0 16,4 4 0-16,-4-4 0 0,6 4 14 0,-6-4 0 15,4 4 0-15,-4-4 0 0,5 6-14 0,-5-6 0 0,6 4 0 16,-4 0 0-16,2 2-21 0,0 0 0 0,0-4 0 16,-1 4 0-16,1 0 21 0,0 2 0 0,0 0 0 15,-2 5 0-15,0-5 10 0,0 4 1 0,0-4 0 16,-1 4 0-16,3-2-11 0,-2 2 0 0,0 2 0 15,-2 4 0-15,0-4-20 0,0 3 1 0,2-3-1 16,0 4 0-16,-2 2 20 0,0-4 0 0,2 2 0 16,0-2 0-16,0 3 16 0,0 1 0 0,1 0 0 15,-1-2 0-15,2 2-16 0,-2 0 0 0,2-1 0 16,0-9 0-16,0 0 5 0,-1-2 0 0,-1 4 0 16,0-4 0-16,0 0-5 0,0 0 0 0,0-2 0 15,-2 0 0-15,0-2-15 0,0 4 0 0,0-6 0 16,0-2 1-16,-4 4 14 0,4-4 0 0,-4 2 0 0,4-2 0 15,-5 6 4-15,-1-6 0 0,-2 2 0 0,-3 2 0 16,-3 3-4-16,-3-5 0 0,-4 0 0 0,0-2 0 0,-4 0 21 16,-2 4 0-16,4-4 0 0,0 0 1 0,2 0-22 15,0 0 0-15,-8-4 0 0,-2 2 0 0,-5 2-21 16,-2-2 0-16,-3-2 0 0,1 1 1 0,-4-1 20 16,-2 2 0-16,4-4 0 0,-2 6 0 0,-2 2 15 15,0-2 0-15,-2 0 0 0,0 4 0 0,2-4-15 16,-2 2 0-16,8 2 0 0,3 3 0 0,1 1 12 0,1-2 1 15,3 2 0-15,1-2 0 0,0 0-13 0,3-2 0 16,3 6 0-16,2-2 0 0,5 4-11 0,1-4 0 16,6-2 0-16,-1-2 0 0,5 2 11 0,-1-2 0 15,2-2 0-15,6-2 0 0,0 0-62 0,0 0-1 16,0 0 1-16,0 0 1 0,0 0 61 0,0 0 0 16,6 0 0-16</inkml:trace>
  <inkml:trace contextRef="#ctx0" brushRef="#br0" timeOffset="26147.2">29505 5326 867 0,'0'0'0'0,"0"0"0"0,0 0 51 0,0 0 1 0,0 0 1 16,0 0-1-16,0 0-52 0,0 0 0 0,0 0 0 15,0 0 0-15,0 0 32 0,0 0 0 0,0 0 1 16,0 0-1-16,19 0-32 0,-13 6 0 0,1-4 0 16,3 8 0-16,2-2 33 0,-1 6 0 0,1 0 0 15,-1 6 1-15,-1 3-34 0,1 3 0 0,-3 2 0 16,-2 0 0-16,-1 7 26 0,-3-1 1 0,2-4-1 0,-2 4 1 15,2-3-27-15,-2 1 0 0,-2 2 0 0,0-6 0 16,-2 5 21-16,0 1 1 0,2-6-1 0,0 0 0 0,-2-1-21 16,0-3 0-16,0 0 0 0,0-4 0 15,2 0 27-15,0-6 0 0,-2-3 0 0,2-1 0 0,0-10-27 16,4 2 0-16,-4-2 0 0,-2 6 0 0,2-6 28 16,0 2 0-16,0-2-1 0,0 0 1 0,0 0-28 15,0 0 0-15,0 0 0 0,0 0 0 0,0 0 13 16,0 0 1-16,-4-6-1 0,3 2 1 0,-3-6-14 15,0 2 0-15,-4-5 0 0,0-5 0 0,-1-2-12 0,1-6 1 16,-1 6 0-16,-1 2 0 0,2 1 11 0,1-3 0 16,1 0 0-16,0 4 0 0,2-4-21 0,2 2 0 15,-1-3 0-15,-5 1 0 0,2-4 21 0,0 0 0 16,-1 2 0-16,-1 4 0 0,0-3 24 0,-1 1 1 16,3 2-1-16,0 2 1 0,3 2-25 0,-1-2 0 15,-2 2 0-15,0-1 0 0,0 1 11 0,1 2 0 16,1 4 1-16,-2 2-1 0,2-2-11 0,-1 2 0 0,1-4 0 15,2 2 0-15,0 2-16 0,0 2 1 0,0-2 0 16,0 0 1-16,2 2 14 0,0 0 0 0,-2 0 0 16,2 2 0-16,2-2 7 0,0 0 1 0,2-1 0 15,-2 3 0-15,2-4-8 0,-1-2 0 0,5 2 0 16,4 0 0-16,3 0-1 0,-2 0 1 0,7 0-1 16,1 2 1-16,2-2 0 0,0-2 0 0,0 2 0 15,-2 2 0-15,4-2-1 0,0 2 1 0,3-2 0 16,-1 0 0-16,0 4 0 0,4-4 0 0,-1 0 0 0,-1 0 0 15,0 3-3-15,-2-3 1 0,3 2 0 0,1 0 0 16,-2-6 2-16,0 2 0 0,-3 2 0 0,3 4 0 16,0-6-4-16,0 2 1 0,-2 0 0 0,-4 0 0 0,0-2 3 15,0 2 0-15,-6 0 0 0,-2 4 0 0,-3 2-10 16,-3 0 1-16,-1-4-1 0,0 2 1 0,-5 2 9 16,3 2 0-16,4-2 0 0,-1 0 0 0,1 0-28 15,0 4 1-15,-1-4-1 0,1 2 0 0,-1 0 28 16,1 2 0-16,-2-8 0 0,-1 2 0 0,-1 2-2 15,0-2 1-15,-1 2 0 0,1 0 0 0,-2 2 1 16,-4-2 0-16,6 6 0 0,-6-6 0 0,2 2-1 0,-2-2 1 16,6 4 0-16,-6-4 0 0,5 0 0 0,-1 2 0 15,0 2 0-15,-4-4 0 0,4 2-12 0,-2 4 1 16,2-4-1-16,-3 4 1 0,3-2 11 0,-2 0 0 16,2 2 0-16,0 6 0 0,0 0 29 0,0-2 0 15,-1 9 1-15,1-5 0 0,4 2-30 0,0 2 0 0,-3-2 0 16,1 2 0-16,2-2 2 0,-1 3 0 0,-1-5 0 15,0 0 1-15,0 2-3 0,-1 0 0 0,1 4 0 16,-2-6 0-16,0 9 22 0,-2-1 1 0,2-4-1 16,-3-4 1-16,1-2-23 0,0 2 0 0,0 0 0 15,0 0 0-15,0 1 20 0,-2-3 1 0,0-4-1 16,0 0 0-16,0 0-20 0,0 2 0 0,0-6 0 16,-2 0 0-16,2 2 14 0,0-4 0 0,-2 2 0 15,-2 4 0-15,1-6-14 0,-1 2 0 0,0 4 0 16,0-2 0-16,-4-4 5 0,-1 4 0 0,-5 0 0 15,-3-4 1-15,-4 3-6 0,0-1 0 0,-4 0 0 16,2-2 0-16,-4-2 2 0,-2 0 0 0,-9 4 0 0,-4 2 1 16,-6 2-3-16,-4 2 0 0,0 0 0 0,-1-4 0 15,-5 2-33-15,1 0 0 0,3 4 0 0,2-4 0 0,-1 4 33 16,-1-4 0-16,8-2 0 0,2 1 0 0,2 1-45 16,1-2 2-16,3-2-1 0,2 2 0 0,3-2 44 15,-2-2 0-15,7 2 0 0,1-2 0 0,6-2-133 16,2 0-1-16,5-2 0 0</inkml:trace>
  <inkml:trace contextRef="#ctx0" brushRef="#br0" timeOffset="27497.16">22217 5963 100 0,'0'0'0'16,"0"0"0"-16,-21 26-6 0,14-14 0 0,-16-2 0 0,-6 9 1 15,-11-3 5-15,-6 4 0 0,7-6 0 0,5-4 0 16,3-2 60-16,-4-2 1 0,-3-2-1 0,-6 6 0 16,-4-2-60-16,0 0 0 0,-6 1 0 0,1 1 0 0,-3 0 64 15,-1 0-1-15,-7-2 1 0,-3 0 0 0,2 0-64 16,-8 2 0-16,4 0 0 0,-2 2 0 0,2 2 66 15,-5 0 1-15,-3-1-1 0,-4 3 1 0,1 2-67 16,-6 2 0-16,1 0 0 0,-3 0 0 0,0 3 44 16,-2 3 0-16,3-4 0 0,-1 4 1 0,2 0-45 15,2 3 0-15,-1-3 0 0,3 4 0 0,1 2 29 0,3-3 0 16,7-1 0-16,2-2 1 0,7-6-30 0,3 0 0 16,5 1 0-16,2 1 0 0,6-2 4 0,6 2 0 15,2-4 0-15,1 2 1 0,7-6-5 0,1 3 0 16,2-3 0-16,2-2 0 0,4 0 2 0,2-4 0 15,0-2 0-15,5-6 1 0,9 0-3 0,-1-4 0 16,2 2 0-16,4 2 0 0,0 0-6 0,8-4 1 0,7-6-1 16,10-4 1-16,6-14 5 0,9 1 0 0,-4-1 0 15,3 0 0-15,7-2-50 0,-2-5 1 0,7 5 0 16,-1 2-1-16,2 2 50 0,4-3 0 0,-3-1 0 16,-3 0 0-16,0 2-138 0,-2-5 1 0,6-1-1 15</inkml:trace>
  <inkml:trace contextRef="#ctx0" brushRef="#br0" timeOffset="28130.28">21330 5800 393 0,'0'0'0'0,"0"0"0"0,3 20 26 0,-3-10 1 0,-1-2 0 0,-3 0 1 0,-4 6-28 0,0 0 0 16,1-2 0-16,-1-6 0 0,0 1 29 0,1 1 0 0,3-6 0 16,4-2 1-16,-6 4-30 0,6-4 0 0,-4 0 0 15,4 0 0-15,-4 0 62 0,4 0-1 0,0 0 0 16,0 0 1-16,0 0-62 0,2 2 0 0,-2-2 0 16,6 0 0-16,0 0 38 0,2 0 1 0,9 0-1 15,6 2 2-15,6-2-40 0,5 0 0 0,-3 2 0 16,-4 2 0-16,-2 0 22 0,1-2 0 0,1 2 0 15,2 0 0-15,2 0-22 0,-3 2 0 0,3-4 0 16,-2 2 0-16,3 0 20 0,-3 0 1 0,-2 2-1 16,2-4 1-16,1 0-21 0,1 2 0 0,-6-4 0 15,2 2 0-15,-2 2 22 0,0-4 0 0,-2 0 0 16,-2 0 1-16,-4 2-23 0,0 0 0 0,-1 0 0 0,-3 0 0 16,-1 0-3-16,-1 2 0 0,-5-4 0 0,0 6 1 15,-3-4 2-15,-3-2 0 0,6 2 0 0,-6-2 0 0,6 4 7 16,-6-4 0-16,4 6 0 0,-2-3 0 0,0 1-7 15,-2 4 0-15,0-2 0 0,0 4 0 0,0 2 4 16,-2 2 0-16,0 0 0 0,0-2 1 0,0 8-5 16,0-4 0-16,-4-1 0 0,2-3 0 0,1 0 3 15,-1-4 1-15,0 4 0 0,0-2 0 0,-5 2-4 16,3 2 0-16,-10 2 0 0,1 1 0 0,-2-3-53 16,2 6 1-16,-7-6 0 0,1 6 0 0,-7-6 52 0,1 0 0 15,-2 6 0-15</inkml:trace>
  <inkml:trace contextRef="#ctx0" brushRef="#br0" timeOffset="29896.22">25066 5495 495 0,'0'0'0'0,"0"0"0"0,0 0 15 0,0 0 0 0,0 0 0 0,0 0 1 16,0 0-16-16,0 0 0 0,16 20 0 0,-16-20 0 0,0 2 18 15,0-2 0-15,-2 6 0 0,2-6 0 0,-2 0-18 16,2 0 0-16,-12 2 0 0,3 2 0 0,-5-4 42 16,-1 2 0-16,-8-2-1 0,0 0 1 0,-2 5-42 15,-6-5 0-15,7 0 0 0,1-5 0 0,-1 3 18 0,1-4 1 16,-7 6-1-16,-5-4 0 0,-3 2-18 16,2 2 0-16,-5-2 0 0,1 2 0 0,0 0 15 0,-4 0 1 15,1 0 0-15,3 0 0 0,0 0-16 16,0 2 0-16,-3-2 0 0,5 0 0 0,0 2 3 0,-2 2 0 15,1-4 0-15,-3 6 0 0,0-4-3 0,2 5 0 16,1-1 0-16,3-6 0 0,3 0 7 0,3 2 0 16,-3 2 0-16,0-4 0 0,3 0-7 0,1-4 0 0,8 4 0 15,-2 4 0-15,4-8 7 0,-1 2 1 0,7 2-1 16,3 2 0-16,5-4-7 0,-1 2 0 0,2 0 0 16,-2 0 0-16,3 0-15 0,3 0-1 0,-4 0 1 15,4 0 0-15,-4 2 15 0,4-2 0 0,0 0 0 16,0 0 0-16,0 0 17 0,0 0 0 0,0 0 1 15,-4 4 0-15,4-4-18 0,0 0 0 0,0 0 0 16,0 0 0-16,-2 2 7 0,2-2 1 0,0 0 0 16,0 0 0-16,0 0-8 0,0 0 0 0,0 0 0 15,0 6 0-15,0-6 5 0,0 0 1 0,0 0-1 0,0 0 1 16,4 6-6-16,-2 0 0 0,-2 2 0 16,-2-2 0-16,4 2 11 0,0 4 0 0,2-4 0 0,-2 2 1 15,1 0-12-15,1 4 0 0,-2-5 0 0,0-1 0 16,-2 2-15-16,0-2 1 0,2 2 0 0,0 6 0 15,2 0 14-15,0 2 0 0,-1-2 0 0,-1 5 0 0,0 5 26 16,0 0 0-16,0-10 0 0,0 4 1 0,2 0-27 16,0-3 0-16,-2 1 0 0,1-2 0 0,1 2 12 15,2 2 1-15,-4-6-1 0,2 0 1 0,0-2-13 16,-3-1 0-16,3 1 0 0,-2 0 0 0,0-6 10 16,0-2 0-16,2 2 0 0,-4 0 1 0,4 0-11 15,-2-4 0-15,0 2 0 0,-2-4 0 0,3 2 15 0,-3-2 1 16,0 0-1-16,4 4 1 0,-4-4-16 0,0 0 0 15,0 0 0-15,6 0 0 0,-2 0 4 0,0-4 0 16,-1 4 0-16,5-2 0 0,-2 2-4 0,3-4 0 16,-1 2 0-16,-2-2 0 0,2 0-1 0,-1 0 0 15,1 2 0-15,0-4 1 0,-1 4 0 0,1-4 0 0,0 2 0 16,-1 2 0-16,1-4-3 0,0 4 1 0,3-2-1 16,1 2 1-16,-3-4 2 0,3 4 0 0,3-5 0 15,2 3 0-15,4 2-5 0,-1-2 1 0,-1 0 0 16,-2 4 1-16,0-6 3 0,0 6 0 0,3-6 0 15,-3 4 0-15,2 0-4 0,-2 0 0 0,6 0 0 16,0-2 0-16,6 2 4 0,2-2 0 0,-2 0 0 16,-3 4 0-16,-1-6 7 0,4 2 0 0,0 2 0 15,-4 0 0-15,0 0-7 0,-4 0 0 0,4 0 0 16,0-2 0-16,-2 2 5 0,0-2-1 0,0 0 0 16,-2 4 0-16,2-4-4 0,0 2 0 0,2 2 0 0,0 0 0 15,0-4 1-15,-4 4 1 0,7-2 0 0,-1 0 0 16,2 2-2-16,2 2 0 0,-4-4 0 0,-3 0 0 15,-1 2 6-15,0-2 1 0,-1 0-1 0,-1-2 1 16,-2 2-7-16,0-4 0 0,-2 4 0 0,-1-3 0 0,-1 3-2 16,-4-4 1-16,3 2-1 0,1 0 1 0,-5 0 1 15,3 2 0-15,1-4 0 0,1 4 0 0,2-4 11 16,0 2 1-16,-1 2-1 0,-5-4 1 0,1 4-12 16,-3 2 0-16,-1-4 0 0,-2 2 0 0,0 2 30 15,1 0 1-15,-5-4 0 0,-2 4 0 0,4-4-31 16,-4 4 0-16,4-6 0 0,-4 6 0 0,0 0 21 0,-2-4 0 15,2 4 0-15,-4-2 1 0,4 2-22 0,-4-4 0 16,-2 0 0-16,-1 4 0 0,-3-6-9 0,-1 0 0 16,-3 4 0-16,3-2 0 0,-1 2 9 0,-1-2 0 0,1 2 0 15,3 2 0-15,5 0 11 0,-2-4 1 16,0 2 0-16,1 0 0 0,-3-3-12 0,0 3 0 0,1-4 0 16,1 4 0-16,0-4 3 0,-3 0 1 15,1 0 0-15,0-2 0 0,1-2-4 0,-1 0 0 0,0 2 0 16,1 2 0-16,-1-2 6 0,-2-2 2 0,3 0-2 15,-1 4 1-15,0 0-7 0,3-7 0 0,1 3 0 16,-2-2 0-16,0 0 10 0,2 2 1 0,4-6 0 16,-3 6 0-16,1 2-11 0,2 2 0 0,-2-6 0 15,-2 4 0-15,0 0-17 0,0 1 0 0,2 1 0 16,2 2 0-16,0 4 17 0,-2-4 0 0,2 4 0 16,-3-4 0-16,3 4-34 0,0 0 1 0,0-2 0 0,0 2 0 15,0 0 33-15,0 0 0 0,0 0 0 16,0 0 0-16,0 0-125 0,3 2 0 0,-3-2 0 0</inkml:trace>
  <inkml:trace contextRef="#ctx0" brushRef="#br0" timeOffset="31230.33">25597 5485 768 0,'0'0'0'0,"0"0"0"0,-9-20 2 0,5 16 0 0,0-2 0 15,0-2 1-15,1 2-3 0,-1-4 0 0,2 6 0 16,2-2 0-16,0 6-4 0,-2 0 1 0,2 0-1 15,-4-4 1-15,4 4 3 0,0 0 0 0,0 0 0 16,0 0 0-16,0 0 15 0,-2-4 1 0,2 4-1 16,0 0 2-16,0 0-17 0,0-5 0 0,0 5 0 15,0 0 0-15,0 0 23 0,0 0 1 0,0 0-1 16,2 5 1-16,-2-5-24 0,0 4 0 0,2 0 0 16,4 2 0-16,-1-2 28 0,1 6 0 0,0 4 1 15,0 6-1-15,-1 0-28 0,1 0 0 0,0 3 0 16,-2-1 0-16,-2 2 25 0,0-2 1 0,0 0-1 15,-1 2 1-15,1-3-26 0,0 1 0 0,2 4 0 0,-2-2 0 16,2 0 40-16,2 5-1 0,-1-1 0 0,-1-2 1 16,2-4-40-16,2 5 0 0,-3-1 0 0,-3-6 0 0,2-4 36 15,0 2 0-15,0-2 0 0,0-2 0 0,-2-3-36 16,-2-3 0-16,2 0 0 0,-1-2 0 0,-1-6 30 16,-1 6 2-16,1 0-2 0,0-4 1 0,0-2-31 15,3 6 0-15,-3-6 0 0,0 2 0 0,0-2-1 0,4 4 0 16,-4-4 0-16,0 0 0 0,0 0 1 15,0 0 0-15,0 0 0 0,-2-4 0 0,2 4-7 0,4-2 1 16,-2-6 0-16,0-4 0 0,2-6 6 0,0 1 0 16,-1-7 0-16,-1 0 0 0,0-4-11 0,0 2 1 15,0-3-1-15,0 3 1 0,0 4 10 0,0-4 0 16,0 0 0-16,0 5 0 0,2-1-10 0,-3 2 0 16,1 0 1-16,0 6 0 0,0 0 9 0,0-1 0 15,0 3 0-15,0 4 0 0,2-2 22 0,-2 6 1 0,0-6-1 16,-2 2 1-16,2 0-23 0,-1 0 0 0,-1-2 0 15,0 6 0-15,2-2 1 0,0 0 0 0,-2-2 0 16,0 4 0-16,2 2-1 0,-2 2 0 0,2-6 0 16,-2 6 0-16,0 0-9 0,0 0 1 0,2-2-1 15,-2 2 1-15,4-5 8 0,-4 5 0 0,6-2 0 16,-1 2 0-16,3 0 15 0,0 2 1 0,5 3 0 16,4-5 0-16,8 4-16 0,0 0 0 0,-2 2 0 15,0-6 0-15,-2 0-15 0,2 2 0 0,2 0 0 16,0 2 0-16,2-8 15 0,-2 2 0 0,2 2 0 0,5 2 0 15,3-2 9-15,-1 0 0 0,1-2 0 0,1 0 1 16,1 2-10-16,1 0 0 0,-1 0 0 0,1 0 0 16,2 0 12-16,-3 2 0 0,7-2 0 0,-8 0 1 0,2-2-13 15,-1 2 0-15,1 0 0 0,1 0 0 0,-3 0-17 16,2 0 0-16,-3 0 0 0,-3-4 1 0,-5 2 16 16,0-2 0-16,-2 0 0 0,0 4 0 0,-4-7 12 15,-2 3 0-15,-1 2 0 0,1-4 1 0,2 4-13 16,0-4 0-16,-6 2 0 0,-3 2 0 0,-3 2 1 0,-1 0 0 15,0 0 0-15,-3-2 0 0,1 2-1 16,-4 0 0-16,2 0 0 0,0 0 0 0,0 0-5 0,-4 0 0 16,3 0 0-16,-3 0 0 0,4 0 5 0,-4 0 0 15,0 0 0-15,0 0 0 0,2 2-17 0,-2-2 0 16,-2 6 0-16,2-6 0 0,-2 2 17 0,2 2 0 16,-2 4 0-16,-1-2 0 0,-3 1-10 0,0 3 0 0,-2 2-1 15,3-4 1-15,1 0 10 0,0 2 0 16,-2-2 0-16,2 0 0 0,2 4 10 0,1-4 1 0,-1 4-1 15,0 4 0-15,0 3-10 0,2 1 0 0,2 0 0 16,0-2 0-16,1 2 12 0,1-2 0 0,0-1 0 16,-2-1 1-16,0 0-13 0,0-2 0 0,0 4 0 15,-2-4 0-15,0 6 18 0,0 1 0 0,2-5 0 16,0-2 0-16,-2 0-18 0,2 0 0 0,-1-2 0 16,-1 2 0-16,-1-2 16 0,-1-2 2 0,0 0-1 15,0 1 0-15,0-1-17 0,-2-2 0 0,0 0 0 16,0-2 0-16,2 0-4 0,1-4 1 0,-3 2 0 15,-2 4 0-15,0-6 3 0,0 2 0 0,1 2 0 0,-5-4 0 16,1 0 1-16,-1 2 0 0,-2-4 0 0,-1 0 0 16,0 2-1-16,1-2 0 0,-7-2 0 0,-2 2 0 15,-2-4 10-15,-2 2 1 0,0 0 0 0,4-4 0 0,-2 2-11 16,-2 2 0-16,-4-4 0 0,-1 4 0 0,-3-4-24 16,-2-2 1-16,-3 2-1 0,-2 0 0 0,0-2 24 15,-5 2 0-15,-1-2 0 0,-3-3 0 0,-3 3-13 16,-2 0 1-16,-1-2 0 0,-3 6 0 0,0-2 12 15,-5 6 0-15,11-6 0 0,3 0 0 0,1-2-8 16,2 2 1-16,-4 4 0 0,0 2 0 0,4 0 7 0,-4 2 0 16,6 0 0-16,6 0 0 0,1 6-40 0,1-2-1 15,7-4 1-15,4 0 0 0,4 2 40 0,2-4 0 16,4 2 0-16,-1 2 0 0,7-4-114 0,1 0 2 16,4 0-2-16</inkml:trace>
  <inkml:trace contextRef="#ctx0" brushRef="#br0" timeOffset="32630.47">27620 5673 156 0,'0'0'0'0,"0"0"0"0,0 0 17 0,0 0 0 16,-7 28 0-16,-1-20 0 0,-2 4-17 0,1 2 0 16,3-6 0-16,4-2 0 0,2-6 80 0,-4-6 1 15,4 6-1-15,-4 2 2 0,4-2-82 0,0 0 0 16,0 0 0-16,0 0 0 0,0 0 81 0,0 0 1 15,0 0-1-15,0 0 2 0,0 0-83 0,0 0 0 0,0 0 0 16,0 0 0-16,0 0 55 0,4 0 1 0,0 6-1 16,0 4 0-16,2 0-55 0,3 9 0 0,5 3 0 15,-3 4 0-15,4 4 34 0,1 5 2 0,-3-5-2 16,-1 0 1-16,-3-2-35 0,1 3 0 0,-1-1 0 16,5-2 0-16,1-4 20 0,-1 4 0 0,-3-1 0 15,-1-5 2-15,-1-2-22 0,1 0 0 0,0-4 0 16,-3 2 0-16,1-7 31 0,0-1 0 0,-3-8 0 15,-1 4 1-15,-4-6-32 0,0 0 0 0,4 2 0 16,-4-2 0-16,2 4 10 0,-2-4 1 0,0 6-1 0,0-6 2 16,0 0-12-16,0-6 0 0,0 6 0 0,4 0 0 15,-4 0 18-15,2-6 1 0,-2 6 0 0,3-2 0 16,-1-4-19-16,-2 6 0 0,6-6 0 0,-4-2 0 0,2-3 8 16,-2 1 0-16,2-4 0 0,-2-4 0 0,1 2-8 15,1 2 0-15,-2-4 0 0,-2 0 0 0,0-1 14 16,-2-1 0-16,0 2 0 0,0-4 1 0,-3-2-15 15,-1-1 0-15,0 5 0 0,-2 0 0 0,1-4-12 16,1 6 2-16,0-2 0 0,1 1 0 0,-3-1 10 16,0 0 0-16,1 4 0 0,-1 2 0 0,0 0 1 0,-1 0 1 15,3-2 0-15,0 1 0 0,2 5-2 0,-2-2 0 16,3 0 0-16,-3 2 0 0,2-4-15 0,-2-2 0 16,2 6 0-16,1 2 1 0,-1-4 14 0,0 3 0 15,0-1 0-15,0 0 0 0,2 0 2 0,0 0 0 16,1 2 0-16,-1 2 0 0,2 0-2 0,0 2 0 15,2 0 0-15,-1-2 0 0,1-2 2 0,0 2 0 0,2 0 0 16,2-6 1-16,2 2-3 0,-3-1 0 0,3 3 0 16,0 2 0-16,1 0-8 0,3 2 0 0,1-2 0 15,1 2 0-15,1 2 8 0,0-4 0 0,4 4 0 16,4-4 0-16,2 2-15 0,2 2 0 0,-2-2 0 16,0 0 0-16,-2 0 15 0,2 2 0 0,6-4 0 15,1 4 0-15,1-4-4 0,1 0-1 0,5 0 1 16,-3 4 0-16,2-2 4 0,5 2 0 0,-11 2 0 15,-3 0 0-15,-6-4 0 0,0 2 0 0,0 2 0 16,-2 0 1-16,0 0-1 0,0 2 0 0,-3 2 0 16,1-4 0-16,0 0-12 0,-2 2 0 0,0 2 0 0,1-2 1 15,-1 4 11-15,-2-4 0 0,-1 2 0 0,1 2 0 16,0-4-5-16,-1 4 0 0,-1-6 0 0,1 2 1 16,-3 2 4-16,1-4 0 0,-1 2 0 0,-1 0 0 15,-1 0 6-15,-1 0 1 0,0 0-1 0,-1 2 1 0,-1-4-7 16,0 2 0-16,1-2 0 0,1 0 0 0,-2 4-5 15,0-4 0-15,-1 0 0 0,1 0 0 0,-2 2 5 16,0 0 0-16,0 2 0 0,-4-4 0 0,5 0-6 0,-5 0 0 16,4 2 0-16,-4-2 1 0,4 4 5 15,-4-4 0-15,4 6 0 0,-4-6 0 0,2 2 18 0,0 4 0 16,-2 0 0-16,0 2 0 0,0 0-18 0,0 5 0 16,0 1 0-16,-2 0 0 0,0 0-6 0,0 0 1 15,0-2 0-15,0 2 0 0,4-6 5 0,0 0 0 16,-2 2 0-16,-2-1 0 0,2-1 20 0,0 0 0 15,0 4 1-15,0 0-1 0,0 2-20 0,-2 0 0 0,2 2 0 16,0 2 0-16,-2 9 1 0,0-5 1 0,0-2 0 16,1-6 0-16,-1 4-2 0,-2-4 0 0,0 0 0 15,0-3 0-15,-2-1 24 0,1-4 0 0,1 2 0 16,0-2 0-16,0 2-24 0,0-2 0 0,-2-2 0 16,1 2 0-16,-1-2 26 0,0 2-1 0,-1-2 0 15,-1 0 1-15,2-4-26 0,-2 2 0 0,-3 2 0 16,-2-2 0-16,-1 2-7 0,-3-2 0 0,0-2 0 15,-3 6 1-15,-1-4 6 0,2 2 0 0,-6-4 0 16,-3 0 0-16,-5 0-2 0,0 2 1 0,-1-2 0 16,-5 0 0-16,-1 0 1 0,2 0 0 0,-10 0 0 0,-4 0 0 15,0 0-32-15,-5 0-1 0,9 2 1 0,6 2 0 16,0 2 32-16,1 1 0 0,9-5 0 0,-1 0 0 16,4-2-67-16,3 0-1 0,1 0 1 0,2 0 0 15,2 0 67-15,1 0 0 0,7-2 0 0</inkml:trace>
  <inkml:trace contextRef="#ctx0" brushRef="#br0" timeOffset="33930.61">29507 5598 224 0,'0'0'0'0,"0"0"0"0,0 0-5 0,0 0 0 0,0 0 0 16,0 0 1-16,0 0 4 0,0 0 0 0,0 0 0 0,-21 20 0 15,17-18 82-15,-2-2 2 0,2 0-1 0,4 0 1 16,0 0-84-16,-4 2 0 0,4-2 0 0,-3 0 0 16,3 0 63-16,-2 4 1 0,2-4-1 0,-4 0 1 0,4 0-64 15,-4-6 0-15,4 6 0 0,-4-2 0 0,4 2 57 16,-6-4-1-16,3 2 0 0,-1-2 1 0,0 0-57 15,0 0 0-15,4 4 0 0,-2-2 0 0,2 2 53 16,-2-6 1-16,2 6 0 0,-4 0 0 0,4 0-54 16,0-4 0-16,0 4 0 0,0 0 0 0,2 4 40 15,-2-4 2-15,4 6-1 0,0 2 0 0,2 4-41 16,1 2 0-16,-1 11 0 0,-2-1 0 0,0 6 15 0,0 4 1 16,-4-10-1-16,2-1 1 0,-2-3-16 0,0 0 0 15,2-4 0-15,-1 2 0 0,-1-4-2 0,0-2 0 16,0-1 0-16,0-1 1 0,0-8 1 0,0-2 0 15,0 0 0-15,-1 4 0 0,1-4 0 0,0 0 1 16,0 0-1-16,-4 4 1 0,4-4-1 0,0 0 0 16,0 0 0-16,-2 4 0 0,2-4 10 0,-6 0 1 0,2-4-1 15,0 0 1-15,1 0-11 0,-1 2 0 0,-4-8 0 16,0 1 0-16,-1-3 7 0,-1-2 0 0,-1-2 0 16,-1 2 1-16,1-4-8 0,-3-2 0 0,5 6 0 15,-1 4 0-15,2-3-9 0,5 7 1 0,-1-2 0 16,-2-6 0-16,2 2 8 0,0 4 0 0,0-4 0 15,1 0 0-15,-1-2 18 0,-2 4 1 0,2-11 0 16,2 3 0-16,2-2-19 0,0 0 0 0,2 6 0 16,0-2 0-16,2 2 8 0,2-1 1 0,1 1-1 15,1 2 1-15,-2 0-9 0,0 2 0 0,3 0 0 0,3 0 0 16,-1 0-11-16,3 0 0 0,-1-2 0 0,-1 4 1 16,-1 0 10-16,-1 1 0 0,1 1 0 0,1 0 0 15,-1 0-10-15,-1 4 1 0,1-4 0 0,1 4 0 16,-1-4 9-16,-1 0 0 0,3 0 0 0,3 4 0 0,-1-4-4 15,0 2 1-15,2 0 0 0,-1 0 0 0,1-2 3 16,0 4 0-16,3-6 0 0,1 4 0 0,2 2-17 16,-2-6 1-16,0-2-1 0,2-1 1 0,2 1 16 15,2 0 0-15,-1-4 0 0,-1 8 0 0,0-8-10 16,4 4 1-16,-2 0 0 0,-4-4 0 0,2 2 9 16,-2 0 0-16,2 3 0 0,0 3 0 0,0 0-6 0,-1 2 0 15,-1-2 0-15,1 0 0 0,-1-2 6 0,0 4 0 16,0 2 0-16,-2 2 0 0,0 0-17 0,-2 2 1 15,-2-2 0-15,-2 0 0 0,-5 0 16 0,0 0 0 16,-3 0 0-16,1 0 0 0,-2-2-8 0,-1 2 1 16,-1 0 0-16,0 0 1 0,0 0 6 0,-4 0 0 0,4 2 0 15,-4-2 0-15,4 4-12 0,-4-4 1 0,3 0 0 16,-3 0 0-16,2 4 11 0,-2-4 0 0,2 6 0 16,-2-2 0-16,2 2-1 0,0-4 1 0,-2 4 0 15,0 0 0-15,0-1 0 0,0 5 0 0,0-4 0 16,0 2 0-16,0 0 13 0,0 0 0 0,0 2 0 15,0-2 0-15,0-2-13 0,-2-4 0 0,4 6 0 16,0 2 0-16,-2 4 8 0,0 0 2 0,2 3-2 16,0 1 1-16,-2-2-9 0,2-2 0 0,-2 0 0 15,0-2 0-15,2-4 11 0,0 2 1 0,0 4 0 0,-2-3 0 16,2 1-12-16,-1 2 0 0,1-2 0 16,-2 0 0-16,2 2 14 0,0 0 1 0,-2-6 0 0,-2 6 0 15,2 0-15-15,0 1 0 0,0-3 0 0,-2 0 0 16,2 2 9-16,0-6 1 0,-2 0 0 0,1 0 1 15,-1 2-11-15,0-6 0 0,2 2 0 0,0 0 0 0,-2-2-6 16,0 4 1-16,2-2 0 0,-2 3 0 0,0 3 5 16,-2-4 0-16,-2 2 0 0,1 0 0 0,-1-2-6 15,-4 4 0-15,3-4 0 0,-1 4 1 0,0-2 5 16,1 0 0-16,-3-2 0 0,0 1 0 0,1-3 17 0,-3 2 1 16,-7-2 0-16,-2 0 0 0,-6 0-18 0,-1-4 0 15,-3 4 0-15,0-4 0 0,-1 2-12 0,-5 2 1 16,-1-4-1-16,1 4 1 0,-1-4 11 0,0 2 0 15,-1-4 0-15,3 0 0 0,-2 0-37 0,-1 2 0 16,3 0 0-16,1 2-1 0,-1 2 38 0,-2 2 0 16,5-2 0-16</inkml:trace>
  <inkml:trace contextRef="#ctx0" brushRef="#br0" timeOffset="35464.4">24353 5721 67 0,'0'0'0'0,"0"0"0"0,0 0-11 0,0 0 1 15,0 0-1-15,0 0 1 0,0 0 10 0,0 0 0 16,0 0 0-16,0 0 0 0,0 0 72 0,0 0 1 16,0 0-1-16,0 0 1 0,0 0-73 0,0 0 0 15,0 0 0-15,0 0 0 0,0 0-44 0,0 0 0 16,-29 20 0-16</inkml:trace>
  <inkml:trace contextRef="#ctx0" brushRef="#br0" timeOffset="38263.37">26336 5763 11 0,'0'0'0'0,"0"0"0"0,0 0 0 0,0 0 1 16,0 0-1-16,0 0 1 0,0 0-1 0,0 0 0 15,0 0 0-15,0 0 0 0,0 0 0 0,0 0 1 16,0 0-1-16,0 0 1 0,0 0-1 0,0 0 0 15,0 0 0-15,0 0 0 0,0 0 0 0,0 0 0 0,0 0 0 16,0 0 1-16,0 0-1 0,0 0 0 0,0 0 0 16,0 0 0-16,0 0 30 0,0 0 1 0,-4-18 0 15,4 18 0-15,-4-4-31 0,0 4 0 0,0 0 0 16,0 2 0-16,4-2 30 0,0 0-1 0,0 0 0 16,-3 0 0-16,3 0-29 0,0 0 0 0,0 0 0 15,0 0 0-15,0 0-44 0,0 0 0 0,0 0-1 16</inkml:trace>
  <inkml:trace contextRef="#ctx0" brushRef="#br0" timeOffset="38679.66">26765 5544 123 0,'0'0'0'0,"0"0"0"0,0 0 44 0,0 0-1 15,0 0 0-15,0 0 0 0,0 0-43 0,0 0 0 16,-8 26 0-16,5-16 0 0,1 2 35 0,-4 0 0 16,4-2-1-16,-6 2 1 0,5-4-35 0,-3 0 0 0,0 2 0 15,-2 1 0-15,1-1 66 0,-3 4 0 0,-1 6-1 16,-3 2 2-16,1 6-67 0,-3 5 0 0,1-3 0 16,4 2 0-16,-1 2 34 0,-3-1 0 0,1-3 0 15,3 4 1-15,-1-2-35 0,-1 3 0 0,1-7 0 16,-1-6 0-16,1-2-19 0,1 3 1 0,1-7 0 15,5-2 0-15,-1-8 18 0,0-2 0 0,4 0 0 16,-2 2 0-16,4-6-88 0,0 0 0 0,-4 0 1 16</inkml:trace>
  <inkml:trace contextRef="#ctx0" brushRef="#br0" timeOffset="39029.22">26119 5503 540 0,'0'0'0'16,"0"0"0"-16,0 0 56 0,0 0 1 15,21 8 1-15,-6 6-1 0,6 5-57 0,4-3 0 16,-2 4 0-16,-1 0 0 0,1 6 62 0,1 0 0 0,1-5 0 16,0 3 1-16,-2 2-63 0,2 0 0 0,6 3 0 15,1 3 0-15,5-2 41 0,1 2 0 0,-1 3 0 16,-1-1 1-16,1 0-42 0,-1 2 0 0,0-3 0 16,1-3 0-16,-1-4-34 0,-1 2 0 0,-1-7 0 15,-3-3 1-15,-4-6 33 0,2-4 0 0,1 0 0 16,-1-2 0-16,0-6-109 0,0 0 1 0,-3-4-1 15</inkml:trace>
  <inkml:trace contextRef="#ctx0" brushRef="#br0" timeOffset="39880.26">28610 5525 111 0,'0'0'0'0,"0"0"0"0,0 0-19 0,0 0 0 15,0 0 0-15,0 0 0 0,23 21 19 0,-16-15 0 0,-3 0 0 16,0 0 0-16,-2 0 91 0,0-2 1 0,0 2-1 16,-2 2 1-16,0-4-92 0,0 2 0 0,-4 8 0 15,0 0 0-15,-2 6 97 0,-3 1 0 0,-7-1 0 16,-1 8 0-16,-2-2-97 0,-2 2 0 0,0 3 0 15,1-1 0-15,5 4 57 0,-2 1-1 0,-2-7 0 16,-2 6 2-16,3-4-58 0,1 1 0 0,0-3 0 16,0 0 0-16,-3-2 9 0,3 2 1 0,2-1 0 15,-2-7 0-15,1-6-10 0,-1 0 0 0,4-4 0 0,-3 0 0 16,5-6-27-16,-1 0 0 0,3-2-1 16,1-2 1-16,4-2 27 0,-2-4 0 0,-1-2 0 0,-3-4 0 15,1-4-125-15,-1 0-1 0,2-2 0 0</inkml:trace>
  <inkml:trace contextRef="#ctx0" brushRef="#br0" timeOffset="40163.15">28088 5687 225 0,'0'0'0'0,"0"0"0"0,0 0 0 15,2-20 0-15,0 10 0 0,2 1 0 0,1-1 36 0,-1-2 1 16,-2 4 0-16,2 2 0 0,0 0-37 0,-4 6 0 15,6-6 0-15,-1 4 0 0,1 2 67 0,0 0 2 16,3-4-1-16,5 2 0 0,1 2-68 0,1 0 0 16,1 0 0-16,2 2 0 0,-2 2 91 0,2-4 1 15,1 8-2-15,-1 4 2 0,0 2-92 0,0 0 0 16,0 7 0-16,-1-5 0 0,-1 8 45 0,0 4 1 16,4 0 1-16,2 7-1 0,2 5-46 0,-2 0 0 0,2-1 0 15,4-1 0-15,3 2-2 0,3 1 1 0,-3-7-1 16,1-6 1-16,2 2 1 0,1 1 0 0,-3-11 0 15,1 2 0-15,1-8-121 0,-3 2 1 0,1-6 0 16</inkml:trace>
  <inkml:trace contextRef="#ctx0" brushRef="#br0" timeOffset="41129.85">30481 5050 518 0,'0'0'0'15,"0"0"0"-15,0 0 44 0,0 0 0 0,0 0 0 16,0 0 2-16,0 0-46 0,0 0 0 0,0 0 0 16,0 0 0-16,0 0 50 0,0 0 0 0,0 0 1 15,0 0-1-15,0 0-50 0,0 0 0 0,0 0 0 16,0 0 0-16,0 0 40 0,0 0 0 0,0 0 1 16,0 0-1-16,0 0-40 0,0 0 0 0,0 0 0 15,0 22 0-15,-12 4 32 0,-1 4 1 0,-2 2 0 0,-3-5 0 16,1 3-33-16,-2 2 0 0,-4 8 0 0,-2 5 0 15,-2-1 18-15,-2 5 0 0,2-5 0 0,-3 2 1 16,-1 3-19-16,-1-3 0 0,3-1 0 0,0-7 0 16,0 2 15-16,-1-6 0 0,3 1 0 0,4-5 1 0,0 0-16 15,0-2 0-15,2-7 0 0,1-1 0 0,5-6-19 16,-2-6 1-16,3 0 0 0,-1 4 1 0,2-6 17 16,-1-4 0-16,5 0 0 0,1-2 0 0,4 0-87 15,4 0-1-15,-6-4 1 0</inkml:trace>
  <inkml:trace contextRef="#ctx0" brushRef="#br0" timeOffset="41429.54">29534 5209 596 0,'0'0'0'0,"21"0"0"0,-8 0 43 0,-1 0 1 0,7 6-1 16,10 0 0-16,7 4-43 0,0 2 0 0,-5 0 0 16,-8 2 0-16,0 2 46 0,-2 3 1 0,4 3-1 15,0 0 0-15,0 8-46 0,2-2 0 0,4 7 0 16,1 5 0-16,5-2 22 0,-5 9 2 0,5-5-2 0,1 2 1 15,-2 1-23-15,5 3 0 0,-5-1 0 0,-3 1 0 16,-5-2-111-16,1 3 2 0,-6-3-2 0</inkml:trace>
  <inkml:trace contextRef="#ctx0" brushRef="#br0" timeOffset="44046.56">24413 5776 22 0,'0'0'0'15,"0"0"0"-15,0 0 0 0,0 0 0 0,0 0 0 16,0 0 0-16,0 0-2 0,0 0 0 0,0 0 0 16,0 20 1-16,0-20 1 0,5 2 0 0,-5-2 0 0,2 6 0 15,-2-6 0-15,0 0 0 0,0 0 0 0,2 6 1 16,-2-6-1-16,0 0 0 0,0 0 0 0,0 0 0 16,0 0 72-16,0 0 1 0,0 0 1 0,0 0-1 0,0 0-73 15,0 2 0-15,0-2 0 0,0 0 0 16,0 0 58-16,0 0 0 0,0 0-1 0,-4 0 2 0,4 0-59 15,-3-6 0-15,1 4 0 0,2 2 0 0,-4-6 30 16,4 6 1-16,-4-2-1 0,4 2 2 0,0 0-32 16,0 0 0-16,-4 0 0 0,4 0 0 0,-4 0 22 15,4 0 0-15,-4 0 0 0,4 0 0 0,-3 0-22 0,-1 0 0 16,0 0 0-16,0 0 0 0,4 0 12 0,-4 0 0 16,4 0 0-16,-4 2 0 0,4-2-12 0,-3 6 0 15,-1-6 0-15,0 2 0 0,4-2 14 0,0 0 2 16,0 0-2-16,-6 4 1 0,2-4-15 0,1 2 0 15,-1 0 0-15,0 2 0 0,4-4 15 0,-4 6 0 16,0-4 0-16,-2 2 0 0,3-4-15 0,-1 0 0 16,2 2 0-16,0 0 0 0,2-2 12 0,0 4 1 0,0-4 0 15,-6 0 0-15,6 0-13 0,0 0 0 0,0 0 0 16,-4 0 0-16,4 0 16 0,0 0 0 0,0 0-1 16,0 0 1-16,0 0-16 0,0 0 0 0,0 0 0 15,0 0 0-15,0 0 7 0,0 0 0 0,0 0 0 16,0 0 1-16,0 0-8 0,0 0 0 0,0 0 0 15,0 0 0-15,-2 6-105 0,2-6 1 0,0 0-1 16</inkml:trace>
  <inkml:trace contextRef="#ctx0" brushRef="#br0" timeOffset="45613.93">25134 5560 44 0,'0'0'0'0,"0"0"0"0,26-6 47 16,-16 6 0-16,5-2 1 0,4 0 0 0,6-4-1 0,2 0 2 15,-15 4-2-15,-5 2 1 0,-7 0-5 0,0 0 1 16,0-7-1-16,4 1 0 0,-4 0-43 16,0 4 0-16,0-4 0 0,0 6 0 0,0-6 9 0,0 6 0 15,0-2 0-15,0 2 0 0,-4-4-9 0,4 4 0 16,-2-2 0-16,2 2 0 0,-1-6 5 0,1 6 0 15,-4-4 0-15,-2 4 2 0,2 0-7 0,-4 0 0 16,-3 0 0-16,-2 4 0 0,-5-4 32 0,-1 2 0 16,4 2 0-16,1-4 0 0,3 2-32 0,-3 2 0 0,3-4 0 15,-4 2 0-15,-1-2 28 0,1 6 2 0,-2-4-1 16,-3 2 0-16,-1 0-29 0,0 0 0 0,4 2 0 16,-4-4 0-16,2 3 14 0,0-1 1 0,-2 0 0 15,-2-4 0-15,-1 0-15 0,1 2 0 0,-1 2 0 16,-1-4 0-16,-2 2 27 0,-2 4-1 0,2-6 0 15,-3 0 1-15,-1 0-27 0,-2 2 0 0,4-2 0 16,-3 0 0-16,1 4 12 0,-3-4 0 0,1-4 0 16,-3 2 0-16,-1 2-12 0,-1-4 0 0,0 2 0 15,-3 2 0-15,-1-2 4 0,2 2 1 0,2 0-1 16,3 0 1-16,4 2-5 0,-1 4 0 0,-1-4 0 16,2 2 0-16,3-4 2 0,1 2 0 0,2 2 0 0,0 0 1 15,-2 0-3-15,6-4 0 0,0 0 0 0,-2 0 0 16,4 0-11-16,-2-4 0 0,5 4 0 0,3 4 1 15,1-4 10-15,5 0 0 0,-1 0 0 0,2 0 0 0,6 0 3 16,-5 0 0-16,3 0 0 0,-6 0 1 0,2 0-4 16,1 0 0-16,1 0 0 0,0 0 0 0,0 2-32 15,2 2 1-15,-2-4 0 0,0 0 0 0,4 0 31 16,0 0 0-16,-3 0 0 0,3 0 0 0,-4 4 21 16,4-4 0-16,-2 4 0 0,2-4 1 0,0 0-22 15,-4 0 0-15,4 0 0 0,0 6 0 0,0-6 32 0,4 6 1 16,-4-4 1-16,2 4-1 0,0 0-33 0,0 2 0 15,1-2 0-15,-1 2 0 0,2 0 19 0,0 5 1 16,0-5 0-16,-2 4 0 0,2-2-20 0,-2 6 0 16,1-6 0-16,-3 2 0 0,0 0 8 0,2 2 1 15,-4 0 0-15,2 7 1 0,-3-5-10 0,-1 2 0 0,0 2 0 16,0 0 0-16,2 2 20 0,-2 5 1 0,0-7-1 16,1-2 1-16,1 2-21 0,0 0 0 0,0-2 0 15,0-5 0-15,2 1 7 0,0-6 0 0,0 0 0 16,0 0 1-16,2-2-8 0,-2-6 0 0,2 6 0 15,0 0 0-15,3 0 22 0,-5-6 1 0,2 2 1 16,-2-2-1-16,4 4-23 0,-4-4 0 0,0 0 0 16,4 2 0-16,0 0 17 0,-4-2 0 0,8-2 0 15,-1 0 0-15,5-2-17 0,-3 2 0 0,3-2 0 16,-3 2 0-16,3-4-6 0,-1 0 0 0,5-2 0 16,-1 6 0-16,2-4 6 0,2 0 0 0,1-2 0 15,1 4 0-15,0 2 14 0,2-4 1 0,4 4 0 0,-2-5 0 16,3 3-15-16,3 2 0 0,2-4 0 0,-7-2 0 15,3 0-1-15,0 2 0 0,6 0 0 0,-1 0 1 0,-1-2 0 16,3 0 0-16,-1 4 0 0,-5 2 0 0,-3-4-2 16,2 6 0-16,0-4 0 0,-1 2 0 0,1 0 2 15,-2 2 0-15,2 0 0 0,-2 0 0 0,-3 0-9 16,1 0 1-16,0 0-1 0,6 0 1 0,-2-4 8 16,1 2 0-16,-3 2 0 0,2 2 0 0,0-2-8 15,-2 0 0-15,-4 0 0 0,-2 0 0 0,-6-2 8 0,2 2 0 16,3 0 0-16,-3 0 0 0,0-4 0 0,0 2 0 15,1 2 0-15,-3-2 1 0,-2-2-1 0,1 2 0 16,1 2 0-16,0-4 0 0,-1 2 7 0,-1 2 1 16,1 0-1-16,-1-6 1 0,0-1-8 0,-1 5 0 15,-2-4 0-15,1 2 0 0,1 0 10 0,-1-6 0 16,-1 6 0-16,-3-2 1 0,-1 0-11 0,0-2 0 0,-2 4 0 16,-2-2 0-16,0 2-3 0,-2-2 1 15,0 0-1-15,0-2 1 0,0-4 2 0,0 0 0 0,-2 2 0 16,0-3 0-16,-6 1-2 0,2-2 0 0,-3 0 0 15,-3 2 0-15,-3 2 2 0,0-2 0 0,3 4 0 16,-1 0 0-16,-3-4-4 0,1 3 0 0,0-1 0 16,1 2 1-16,3 0 3 0,-5 0 0 0,3 2 0 15,1-2 0-15,1-2-27 0,-1 4 1 0,-1 2-1 16,0-2 1-16,-1-2 26 0,-1 2 0 0,-1 6 0 16,3 0 0-16,2 0-111 0,-3 2 1 0,3 2 0 0</inkml:trace>
  <inkml:trace contextRef="#ctx0" brushRef="#br0" timeOffset="46919.17">24353 5961 518 0,'0'0'0'15,"0"0"0"-15,0 0 47 0,0 0 0 0,0 0 1 16,0 0-1-16,0 0-47 0,0 0 0 0,0 0 0 0,0 0 0 15,0 0 45-15,0 0 0 0,0 0 1 0,0 0-1 16,0 0-45-16,0 0 0 0,23 0 0 0,-11 2 0 0,3 4 42 16,2 0 0-16,4 6 1 0,-3 2-1 0,3 0-42 15,2 3 0-15,-4 1 0 0,-4-4 0 0,-1 6 29 16,-1-6 1-16,4 8 1 0,1 1-1 0,3 1-30 16,2-2 0-16,2 10 0 0,1-2 0 0,1 5 34 15,-4 3 1-15,4 2-1 0,0 1 2 0,-2 3-36 16,0 4 0-16,-2-3 0 0,2 3 0 0,0-5 4 0,-2 5 1 15,0-6-1-15,0 3 1 0,-2-9-5 0,0 6 0 16,2-3 0-16,0-5 0 0,2-4 9 0,0 2 0 16,-6-3 0-16,0-7 1 0,0-2-10 0,-1 0 0 15,-1-2 0-15,-2 3 0 0,0-7 19 0,-3 2 0 16,5 2 0-16,-3 2 0 0,1 0-19 0,-2 0 0 16,1 3 0-16,-1-1 0 0,1-2 12 0,-3 2 1 0,1-2 0 15,-3-2 0-15,-1-1-13 0,0-3 0 0,-3 2 0 16,-1-6 0-16,-2 0-10 0,-2-2 1 0,2-2-2 15,0 0 2-15,-2-6 9 0,0 0 0 0,0 4 0 16,0-4 0-16,2 4-6 0,-2-4 0 0,0 0 0 16,0 0 0-16,0 4 6 0,0-4 0 0,-4-2 0 15,4 2 0-15,-4-2-11 0,4 2 0 0,-6-8 0 16,-1 2 0-16,1-6 11 0,-7 0 0 0,1-4 0 16,1-4 0-16,-3-3-15 0,1-1 0 0,1 2 0 15,3 4 1-15,1 2 14 0,0-4 0 0,1 5 0 16,-1-3 0-16,2 4-4 0,2 0 0 0,-1 0 0 0,-3 2 0 15,2 2 4-15,0-2 0 0,3 4 0 0,-1-2 0 16,0 6-5-16,0-3-1 0,2-1 1 0,2-2 0 16,-2 4 5-16,0 2 0 0,0-2 0 0,2 0 0 15,2 4 1-15,0-4 0 0,-2 0 0 0,0-2 1 0,2 2-2 16,0-2 0-16,2 4 0 0,-4 2 0 0,0-4 3 16,2 2 0-16,-2 0 0 0,2 0 1 0,0-2-4 15,0 0 0-15,0 2 0 0,-1-3 0 0,1 3 9 16,0 0 0-16,2 0 0 0,-2 2 1 0,0-6-10 15,2 2 0-15,0 0 0 0,-1 0 0 0,3 0 5 0,-4 0 0 16,2 0 0-16,0 2 1 0,0 0-6 0,-1 2 0 16,1-4 0-16,-2 4 0 0,2-4 16 0,-2 2 0 15,2 2 0-15,-4 2 0 0,4-4-16 0,-4 4 0 16,5-4 0-16,-1 0 0 0,0 2 18 0,2-2 0 16,1 4 1-16,-3 0-1 0,0 4-18 0,0-4 0 0,2 2 0 15,3 2 0-15,1 0-4 0,-2 2 1 0,1 4 0 16,-1 4 0-16,0 0 3 0,1 2 0 0,1 8 0 15,-3-1 0-15,-1 5 40 0,0 0 0 0,0 0 0 16,-1-2 2-16,1 1-42 0,-2 1 0 0,0 0 0 16,0-4 0-16,1 1 25 0,3 1 0 0,-2 0 0 15,0 6 0-15,-1-1-25 0,1 1 0 0,0-6 0 16,0 2 0-16,1-8-17 0,-1 1 1 0,0-1-1 16,-1 2 1-16,1-10 16 0,-2 4 0 0,0-2 0 15,0-2 0-15,0-6-1 0,-1 5 1 0,1-1 0 16,0 0 0-16,2-4 0 0,0 0 0 0,-3 0 0 0,-1-4 0 15,2 0-5-15,-4-2 0 0,4 0 0 0,-4 0 0 16,0 0 5-16,0 0 0 0,0 0 0 0,2 4 0 16,-2-4-8-16,0 0 0 0,0 0 0 0,0 0-1 15,-4-6 9-15,2 4 0 0,-7-8 0 0,-3 0 0 0,-3-4 16 16,-3-1-1-16,-3-3 0 0,-2 4 0 0,-3 0-15 16,-5 2 0-16,-2 2 0 0,1 0 0 15,-5 2-20-15,1 2 0 0,-10 0-1 0,0 2 2 0,-8 2 19 16,0 2 0-16,-1 2 0 0,-1 0 0 0,1 4-31 15,-5 0 0-15,10 0 0 0,-5 4 1 0,3 2 30 16,6-2 0-16,4 6 0 0</inkml:trace>
  <inkml:trace contextRef="#ctx0" brushRef="#br0" timeOffset="49516.58">30780 6649 799 0,'0'0'0'0,"0"0"0"0,0 0 52 15,0 0-1-15,0 0 0 0,0 0 1 0,0 0-52 0,0 0 0 0,0 0 0 16,0 0 0-16,0 0 44 0,-19 0 0 0,15-4 0 0,0 0 1 16,0 2-45-16,-2-4 0 0,1 2 0 0,-3 0 0 15,0-3 29-15,-1-1 1 0,-1 2 0 0,-1 0 0 0,-3-2-30 16,-3 2 0-16,0-2 0 0,-2 2 0 0,-4-2 28 16,-2 2-1-16,-2 0 0 0,0-2 1 0,-6-2-28 15,-1 2 0-15,-4 2 0 0,-1 0 0 0,-3-2 4 16,-4-1 1-16,-13 1 0 0,-7 2 0 0,-5-4-5 15,-5 0 0-15,-1 2 0 0,2 2 0 0,-5 0 23 16,-3 0 1-16,-1 4-1 0,3-4 0 0,3 6-23 16,-7 0 0-16,1 0 0 0,-4 2 0 0,0 2 16 0,-1-2 1 15,-3 2-1-15,2 0 1 0,-2 0-17 0,-4 2 0 16,4-4 0-16,0 4 0 0,-2-6 7 0,2 2 1 16,-3 2 0-16,-3-4 0 0,-4 0-8 0,4-4 0 15,-7 4 0-15,-2 0 0 0,-5-2-11 0,1 2 1 16,6-6 0-16,1 4 0 0,3-4 10 0,-5 0 0 15,6 0 0-15,-1 6 0 0,3-2-8 0,-6-2 1 0,9 4-1 16,3 0 1-16,5 0 7 0,3 4 0 0,2-2 0 16,-1 2 0-16,6 4 14 0,1 2 0 0,1-4 0 15,-4 2 0-15,3-2-14 0,1 0 0 0,4 6 0 16,4-3 0-16,4 3 18 0,1-2 2 0,3 0-2 16,1 0 1-16,6 0-19 0,1-4 0 0,10 2 0 15,5-2 0-15,3-4 22 0,5 4 0 0,1 0 0 16,0-2 1-16,0 0-23 0,2 2 0 0,0-6 0 15,-2 6 0-15,2-2-13 0,2 2 1 0,0-1 0 16,0-3 0-16,0 0 12 0,2 0 0 0,6 0 0 0,0 0 0 16,1 2 7-16,1-4 1 0,5 2 0 0,2 2 0 15,6-4-8-15,-1-6 0 0,1 6 0 0,-4 2 0 0,0-2 8 16,4 0 1-16,0 0-1 0,-2 4 1 0,2-4-9 16,0 0 0-16,0 0 0 0,-4 2 0 0,4-2-18 15,0 6 0-15,0-6 0 0,4 2 0 0,-4-2 18 16,4 6 0-16,0 0 0 0,3 0 0 0,-3 0 23 15,2 4 0-15,2-2 0 0,-1 4 1 0,3 0-24 16,1 0 0-16,3 7 0 0,3 1 0 0,2 0 17 16,0 6 0-16,-1 0 0 0,-3 1 0 0,0 1-17 15,-1 2 0-15,-3-2 0 0,3 7 0 0,-1 1 11 0,-1 0 0 16,-1 4 0-16,1-5 0 0,-1 5-11 0,-1-2 0 16,1 13 0-16,-5-3 0 0,2 1 13 0,-3 5 0 15,3 5 0-15,0 5 2 0,-3 1-15 0,-1 3 0 16,2 1 0-16,0-1 0 0,-1 3 6 0,1 6 1 15,0-7-1-15,2 3 1 0,-5-1-7 0,3 1 0 16,0 2 0-16,-4-5 0 0,0 3 2 0,-2 3 0 0,0-1 0 16,0-4 1-16,-2 1-3 0,0 1 0 0,0 1 0 15,-2 1 0-15,0 2 9 0,-1 1 0 0,1-3 0 16,2-3 1-16,0 3-10 0,0 0 0 0,-4-1 0 16,1 1 0-16,-3-2 4 0,0 3 1 0,4-3 0 15,1-3 0-15,3 1-5 0,-2 0 0 0,-2-1 0 16,-2 3 0-16,0-7 2 0,-1 1 0 0,-1 3 0 15,0 3 0-15,1 0-2 0,-1 1 0 0,0-1 0 16,1-3 0-16,1-1 6 0,-2 2 1 0,-1-1-1 16,-3 1 1-16,1-5-7 0,-3 1 0 0,6-3 0 0,1-3 0 15,1 1 1-15,0-5 1 0,-1 1-1 0,-1 3 1 16,0-7-2-16,-1 3 0 0,5-3 0 0,2-3 0 16,2-3 27-16,0 0-1 0,-2-5 0 0,2 1 0 0,0-8-26 15,0 5 0-15,2-5 0 0,0-6 0 0,-2 0 19 16,0-1 1-16,2-3 0 0,0 6 0 0,-2-8-20 15,2 1 0-15,0-3 0 0,-2-2 0 0,1-6 13 16,1-2-1-16,-2-2 0 0,0-2 1 0,0-8-13 16,0 0 0-16,0 4 0 0,0-4 0 0,2 4-21 0,-2-4 1 15,0 0-1-15,0 0 1 0,0 0 20 0,0 0 0 16,0 4 0-16,0-4 0 0,0 0-4 0,4 2 1 16,-4-2-1-16,0 0 1 0,0 0 3 0,0 0 0 15,0 4 0-15,0-4 0 0,4 0-18 0,-4 0 1 16,6 0 0-16,-6 0 0 0,5 0 17 0,-1 0 0 15,2 0 0-15,2 0 0 0,-1 0-8 0,5 0 0 16,7-2 0-16,0-2 1 0,6-2 7 0,2 2 0 0,-2 0 0 16,-4 0 0-16,0-4-6 0,0 0 1 0,6 4-1 15,2-2 1-15,2-6 5 0,1 2 0 0,5 2 0 16,1-2 0-16,0 0 13 0,4 0-1 0,2 1 0 16,-3-1 0-16,3 0-12 0,2 2 0 0,6-2 0 15,1 0 0-15,7-2 2 0,-3 4 0 0,5-4 0 16,-5 4 1-16,4 2-3 0,1 0 0 0,7-2 0 15,-2 0 0-15,8-1-4 0,0 1 0 0,1-2 0 16,-3 0 1-16,8 2 3 0,-5 0 0 0,5 0 0 16,1-2 0-16,1 2-3 0,3 0 0 0,-4 2 0 0,-3 2 0 15,2 4 3-15,-5 0 0 0,5 2 0 0,-1 0 0 16,1 4 1-16,1 0 1 0,-1 0-1 0,-1-4 1 16,-1 2-2-16,0 0 0 0,-1 0 0 0,-1 0 0 15,1-4-6-15,-3 0 0 0,0 0 0 0,-2 2 1 0,2 0 5 16,-4 2 0-16,-1 0 0 0,5 0 0 0,-2-2-1 15,2-2 0-15,-6 4 0 0,-2 0-1 0,-4 0 2 16,1 2 0-16,-1-2 0 0,2 2 0 0,-4-2 19 16,3 3 0-16,-11-3 0 0,-3-2 0 0,-2 0-19 15,-4 0 0-15,-2 2 0 0,1-4 0 0,-3 2 4 0,-2 0 0 16,-1 0 0-16,-3 0 0 0,-3 0-4 16,-4 0 0-16,1 0 0 0,1 0 0 0,-2 2-6 0,-2 0 0 15,0-2 0-15,2 0 1 0,1 0 5 0,1 2 0 16,2 0 0-16,0-2 0 0,7-2 25 0,-2 0 0 15,-1 2 0-15,-4 0 1 0,1 0-26 0,1 2 0 0,-5-2 0 16,-3-2 0-16,-4 0-14 0,1 2 1 0,-3 0 0 16,-2 0 1-16,-2 0 12 0,-1 0 0 0,-1 0 0 15,-1 2 0-15,-1-4 5 0,-1 2 0 0,1 0 0 16,3 0 0-16,1 2-5 0,0 0 0 0,-3 0 0 16,-3-2 0-16,-1-2 3 0,0 0 1 0,-2 2-1 15,-1 0 1-15,-5-2-4 0,0 0 0 0,4 0 0 16,-4 0 0-16,4 0-6 0,-4 0 1 0,2-2-1 15,-2 2 1-15,4-2 5 0,-4 2 0 0,5-10 0 16,1 0 0-16,0-4-1 0,0 0 1 0,-1-10 0 16,3-2 0-16,2-7 0 0,-1 1 0 0,-1-6 0 0,2-3 0 15,1 3 5-15,-1-8 0 0,-1-5 0 16,1 1 0-16,-1-11-5 0,-1 1 0 0,-4-9 0 0,2 1 0 16,-1-7 18-16,1 0 0 0,-10-13-1 0,-1 1 1 15,-5-4-18-15,-2-1 0 0,-5-9 0 0,0 2 0 0,-4-6 4 16,-2 2 0-16,9 0 0 0,3 0 1 0,1 3-5 15,1-1 0-15,7 4 0 0,4 4 0 0,4 0-23 16,1 3 1-16,-3-5 0 0,-4 0-1 0,0-2 23 16,0 1 0-16,0 9 0 0,0 4 0 0,2 7-16 15,0 3 1-15,-4-6-1 0,0-3 1 0,-2-3 15 16,0-2 0-16,1 2 0 0,-3 3 0 0,2-1-17 0,0 0 0 16,0 7 0-16,-1 3 0 0,1 3 17 15,-2 7 0-15,4 1 0 0,2 3 0 0,0 3-12 0,2 3 0 16,0 5 0-16,0 1 1 0,2 9 11 0,-1-2 0 15,-3 6 0-15,-1-1 0 0,-1 7-12 0,-2 2 0 16,0 0 0-16,0-1 0 0,0 3 12 0,-1-2 0 16,1 4 0-16,-2 2 0 0,0-1-1 0,0 5 1 0,1-2-1 15,-3-2 1-15,0 0 0 0,-1 0 0 0,3 6 0 16,0 1 0-16,2 5 1 0,-1 0 1 0,1 2 0 16,0-4 0-16,0 2-2 0,2 2 0 0,2 2 0 15,-4-2 0-15,1 2-3 0,-1 2 1 0,2-2-1 16,-4 0 1-16,2-2 2 0,-2 0 0 0,1 4 0 15,-1 0 0-15,0 2 2 0,-1 0 1 0,1-2 0 16,2 0 0-16,0-6-3 0,0 4 0 0,0 2 0 16,1 2 0-16,-1-4 3 0,0 4 0 0,0-3 0 0,0-1 1 15,0 0-4-15,1 0 0 0,-3 4 0 16,0 0 0-16,-2 0 0 0,1 2 1 0,-1-4 0 16,-1 0 0-16,3-2-1 0,-2 2 0 0,-13 2 0 0,-4 0 0 15,-6 2-72-15,-3 2-1 0,-8 4 1 0,-6 5-1 16,-8-3 73-16,-1 2 0 0,-16 0 0 0</inkml:trace>
  <inkml:trace contextRef="#ctx0" brushRef="#br0" timeOffset="51713.3">23588 6782 540 0,'0'0'0'0,"0"0"0"0,0 0-19 0,0 0 0 0,0 0-1 16,29-6 2-16,-10-12 18 0,-2-3 0 0,-1 7 0 15,-3 4 0-15,-1 0 66 0,-5 2-1 0,1 2 1 16,-4 4-1-16,-4 2-65 0,0 0 0 0,4-6 0 16,-4 6 0-16,0 0 26 0,0 0 0 0,-4 6 0 15,0-4 1-15,-8 8-27 0,3 4 0 0,-20 16 0 16,-2 9 0-16,-16 9 32 0,-1 7 0 0,-2-7 0 0,2 0 1 16,-4-1-33-16,0 5 0 0,-13 1 0 15,0 3 0-15,-6 3 16 0,-2-5 2 0,2 9-2 0,4-1 1 16,-2 5-17-16,2 1 0 0,-2-5 0 0,2-1 0 15,-4-1 14-15,6-1 0 0,-1-1 0 0,7-5 0 16,2-1-14-16,3-5 0 0,8-6 0 0,-2 3 0 0,10-7 18 16,-1 0 1-16,10-11-1 0,6-3 2 0,8-6-20 15,2 2 0-15,7-12 0 0,4-2 0 0,6-6-1 16,4-6 0-16,1 0 0 0,3 0 0 0,3-4 1 16,4 0 0-16,21-18 0 0,3-9 0 0,20-11 18 15,0-6 0-15,0-1 0 0,-3 1 0 0,1-7-18 0,4 1 0 16,2-3 0-16,4 7 0 0,2-5 9 0,2 5 1 15,-4-5-1-15,-4 7 1 0,0-1-10 0,-4 1 0 16,5 5 0-16,1 7 0 0,2 4 28 0,-2 1 2 16,-10 5-2-16,-3 4 1 0,-9 6-29 0,0 2 0 15,-3 8 0-15,0 10 0 0,-4-3 13 0,-4 5 0 16,-7 5 0-16,-10-1 0 0,-3 6-13 0,-5 4 0 0,1-2 0 16,-3 2 0-16,-1 2 38 0,-2 2 2 0,-4 2-1 15,-4 9 0-15,-4 5-39 0,-2 0 0 0,-11 7 0 16,-8 1 0-16,-3 8 26 0,-5 9 2 0,-9-5-2 15,-2 1 1-15,-6-1-27 0,-3 3 0 0,-7 3 0 16,-5-1 0-16,-2 1-6 0,-8 1 1 0,1 5 0 16,-1 3 0-16,-2 3 5 0,-3 1 0 0,1-5 0 15,5 1 0-15,-1 6 30 0,0-7 0 0,10-3 0 16,2 1 0-16,4 3-30 0,1-1 0 0,5-5 0 16,5-3 0-16,4-1 17 0,0 3-1 0,11-13 0 0,10-1 1 15,6-7-17-15,4-7 0 0,9-10 0 0,-2-4 0 16,10-8-23-16,4-4 1 0,0-4-2 0,3-2 2 15,9-4 22-15,1-2 0 0,12-12 0 0,7-10 0 16,14-4-3-16,3-9 1 0,5-9-1 0,-1-6 1 0,1-7 2 16,3-3 0-16,6-3 0 0,2 1 0 0,9-5 22 15,-1 0 1-15,5-1-1 0,-3 1 0 0,3-3-22 16,4-1 0-16,-3 6 0 0,1 7 0 0,-2-1-11 16,5 5 1-16,-9 3-1 0,-9 7 1 0,2 2 10 15,-6 5 0-15,-13 9 0 0,-10 8 0 0,-12 8 17 16,-3 4 1-16,-10 4-1 0,-3 3 1 0,-9 10-18 0,-1-3 0 15,-6-2 0-15,2 4 0 0,-2-4-14 0,-8 4 1 16,-5 14-1-16,-8 8 1 0,-8 10 13 0,-4 11 0 16,-9-1 0-16,-8 2 0 0,-5 3 3 0,-5 3 1 15,-5 7-1-15,0-1 1 0,-6 3-4 0,2 5 0 16,-10 1 0-16,1 0 0 0,-5 5 8 0,-3 1 0 0,2 3 0 16,-1 5 1-16,1 4-9 0,0 2 0 0,-8 5 0 15,2 1 0-15,-6 4 4 0,-2 4 0 0,14-6 0 16,7-5 1-16,4-1-5 0,4 4 0 0,17-19 0 15,8-5 0-15,17-10-7 0,-2-7 1 0,12-10 0 16,4-5 0-16,9-13 6 0,4-4 0 0,6-8 0 16,1-2 0-16,9-6 10 0,1-4 1 0,6-6-1 15,-2-2 1-15,10-6-11 0,1-2 0 0,14-18 0 16,0-4 0-16,16-17-21 0,1-1 0 0,10-5 0 16,-2-3 0-16,9-9 21 0,1-2 0 0,7 1 0 15,-4 1 0-15,7-3-4 0,2-1 0 0,-4 4 0 0,-3 7 1 16,-4 5 3-16,-1-1 0 0,-6 5 0 0,-1 5 0 15,-6 4 8-15,-1 1 1 0,-2 9 0 0,-2 4 0 0,-2 4-9 16,-3 3 0-16,-10 9 0 0,-8 0 0 0,-5 8 26 16,-5-2 0-16,-9 10 0 0,-5 4 0 0,-10 6-26 15,-5 2 0-15,-1 2 0 0,-3 4 0 0,-7 3 15 16,-1-1 1-16,-14 16-1 0,-8 12 1 0,-9 11-16 16,-8 5 0-16,-17 13 0 0,-4 2 0 0,-10 9 9 15,-11 5 0-15,10 2 0 0,0 2 0 0,-5 2-9 16,3 3 0-16,5 1 0 0,3-10 0 0,-1 6 3 0,4 4 1 15,6-15 0-15,6-1 0 0,-3-2-4 0,7-2 0 16,11-15 0-16,4-5 0 0,11-11 3 0,4-8 1 16,8-5 0-16,4-11 0 0,11-8-4 0,4-4 0 15,2-6 0-15,0 0 0 0,1-8-5 0,3-6 0 16,13-2 0-16,6-2 1 0,8-6 4 0,3-2 0 0,12-18 0 16,4-11 0-16,7-13-1 0,5-5 0 0,-3-1 0 15,0-1 1-15,1-3 0 0,1-5 0 0,-7 13 0 16,-1 3 0-16,1 11-35 0,-8-3 1 0,-4 9-1 15,-6 4 1-15,-7 10 34 0,-4-3 0 0,3 5 0 16,-1 2 0-16,-2 8-5 0,-4-4 0 0,8 4 0 16,3-3 1-16,-1 1 4 0,-1 6 0 0,5-2 0 15,3 2 0-15,4 0 15 0,-4 2 0 0,-5 4 0 16,-1 2 1-16,-1 2-16 0,2 2 0 0,-11 4 0 16,-1 4 0-16,-5 6-4 0,-3 2 1 0,-3-8-1 15,-7 5 1-15,-1 1 3 0,-4 0 0 0,-4 10 0 0,-1 0 0 16,-5 11 13-16,-3-1 0 0,-14 12 1 0,-6 3-1 15,-11 7-13-15,-2 5 0 0,-8 1 0 0,1 3 0 16,-9 3 8-16,-1 5 1 0,4-3 0 0,-1-1 0 16,3 0-9-16,-3 1 0 0,5 1 0 0,-7 1 0 0,5 3-1 15,-1 4 1-15,3-13-1 0,3-5 1 0,0-5 0 16,2 3 0-16,12-9 0 0,3-3 0 0,7-5-2 16,1-4 0-16,11-7 0 0,3-7 1 0,7-10 1 15,4 0 0-15,6-4 0 0,4-6 0 0,3-6-26 16,1 0-1-16,11-10 1 0,6-4 1 0,9-4 25 15,4-6 0-15,4-15 0 0,0-1 0 0,4-12-20 0,4-7 0 16,-3 9 0-16,-3 1 0 0,2 3 20 0,0-4 0 16,-15 15 0-16,-7 11 0 0,-10 8 18 0,-3 4 1 15,-9 6-1-15,-2 4 1 0,-10 4-19 0,-6 4 0 16,1 6 0-16,-1 4 0 0,-5 6 1 0,-2 2 1 16,-8 17-1-16,-6 7 1 0,-3 15-2 0,-8 1 0 15,11-3 0-15,5-1 0 0,-1-1 22 0,2 3 0 0,2-7 1 16,10-7 0-16,-3-8-23 0,3 5 0 0,4-9 0 15,1 2 0-15,6-5 11 0,0-5 1 0,4-8-1 16,4 0 1-16,6-10-12 0,-1 0 0 0,11-6 0 16,4-2 0-16,7-8-24 0,6-2 0 0,16-18 0 15,3-6-1-15,15-11 25 0,4-7 0 0,-1-33 0 16</inkml:trace>
  <inkml:trace contextRef="#ctx0" brushRef="#br0" timeOffset="141636.83">2655 6179 156 0,'0'0'0'16,"0"0"0"-16,0 0 31 0,0 0 0 0,0 0 0 16,0 0 0-16,0 0-31 0,0 0 0 0,0 0 0 15,0 0 0-15,0 0 35 0,0 0 2 0,0 0-1 16,0 0 0-16,0 0-36 0,-7 18 0 0,7-14 0 15,0-4 0-15,0 0 39 0,-4 6 1 0,8-4-1 0,-2 2 1 16,2 4-40-16,1-2 0 0,1 2 0 16,7 2 0-16,-1 7-11 0,3-7 0 0,4 2 0 0,-3 0 0 15,3 2 11-15,2-4 0 0,-2 2 0 0,2 0 0 16,4-2 43-16,-4 2 0 0,8 0 1 0,-4-3-1 16,6 3-43-16,-1-2 0 0,5 0 0 0,1 0 0 15,5-4 33-15,-1 2 0 0,0 2 0 0,4-2 1 0,6-2-34 16,-4 2 0-16,4-2 0 0,5 0 0 15,-3-2 29-15,4 0 0 0,3-2 0 0,1-2 1 0,5 0-30 16,-4 0 0-16,6-2 0 0,-1 2 0 0,5 0 25 16,-2 0 0-16,5-4 0 0,1 2 0 0,4 2-25 15,5 0 0-15,-3-2 0 0,3-2 0 0,2-2 19 16,0 2 0-16,5 2 0 0,-5 2 0 0,4 2-19 0,6 0 0 16,-6 0 0-16,2 2 0 0,2-2 8 0,2 4 2 15,3 0-2-15,-1 1 1 0,6-1-9 0,1 2 0 16,-3-2 0-16,-1-6 0 0,5 0 14 0,-6 0 1 15,1 0-1-15,-5 4 1 0,4 0-15 0,-4 2 0 16,3-6 0-16,3 0 0 0,-2 2 14 0,-4 2 1 16,5-4 0-16,1 2 0 0,1 0-15 0,-5 2 0 0,8-4 0 15,3 2 0-15,-4 2 7 0,3-4 0 0,-3 2 1 16,-5 0-1-16,-2 0-7 0,-1 0 0 0,1 0 0 16,2 2 0-16,0-4 3 0,-3 0 0 0,7-4 0 15,-3 0 0-15,5-2-3 0,-1 0 0 0,-3 0 0 16,-2 4 0-16,1-4 18 0,-5 2 0 0,4 2 0 15,-4-4 0-15,0 4-18 0,-1 2 0 0,-1 0 0 16,4-4 0-16,-2 2-5 0,-2 2 0 0,2 0 0 16,-6-4 1-16,2 4 4 0,0 4 0 0,-4-4 0 15,-2 0 0-15,-1 0-5 0,1 0 0 0,-3 2 0 16,1 2 1-16,0-4 4 0,-3 4 0 0,-1 0 0 0,1-2 0 16,-1-2 4-16,-3 0 0 0,0 0 0 0,-4 4 1 15,3-4-5-15,-9 0 0 0,6 0 0 0,-8 2 0 16,3-2-6-16,-3 0 0 0,0-2 0 0,-9 2 1 0,3-6 5 15,-9 2 0-15,5 0 0 0,1 4 0 0,0-6-4 16,-1 2 1-16,-5 2-1 0,0 0 1 0,-2 2 3 16,-4-4 0-16,6 2 0 0,0-5 0 0,0 3 10 15,1 0 0-15,-5 0 0 0,-5 2 0 0,-1-4-10 16,-2 2 0-16,-1 0 0 0,-3 4 0 0,1-6-35 0,1 6 0 16,-1-4-1-16,1 4 2 0,2 0 34 15,1 4 0-15,-1-4 0 0</inkml:trace>
  <inkml:trace contextRef="#ctx0" brushRef="#br0" timeOffset="143054.18">14489 5600 596 0,'0'0'0'15,"0"0"0"-15,4-16 20 0,-4 10 1 0,-4-14 0 16,2-2 0-16,-2-11-21 0,-2 1 0 0,1 8 0 15,1 8 0-15,0 6 30 0,2-3 0 0,-4 5 0 16,4 0 0-16,2 8-30 0,0 0 0 0,-2-6 0 16,2 6 0-16,0 0 35 0,0 0-1 0,-3 0 0 15,-1 6 0-15,2-2-34 0,-4 6 0 0,6 15 0 16,-4 13 0-16,2 12 33 0,-2 9 2 0,4-9-2 16,4-1 1-16,2 3-34 0,2 3 0 0,3-1 0 0,3 0 0 15,3 3 24-15,4 3 0 0,-6-9 0 0,4-3 1 16,3 3-25-16,-3-3 0 0,2 0 0 0,-2-3 0 15,2 5-85-15,-2-5 1 0,-3-7-1 0,1-14 2 0,-2-4 83 16,-1-2 0-16,-5-5 0 0</inkml:trace>
  <inkml:trace contextRef="#ctx0" brushRef="#br0" timeOffset="143320.86">14341 5050 664 0,'0'0'0'16,"0"0"0"-16,0 0 38 0,0 0 0 0,0 0 0 15,0 0 1-15,0 0-39 0,21-11 0 0,-15 11 0 16,7 4 0-16,3-2-41 0,1 3 1 0,-2 5 0 16</inkml:trace>
  <inkml:trace contextRef="#ctx0" brushRef="#br0" timeOffset="143803.8">14817 5421 506 0,'0'0'0'0,"0"0"0"0,13 20 41 15,-11-12 0-15,6 6 0 0,1 8 1 0,7 8-42 16,-1-1 0-16,-5-3 0 0,-3-8 0 0,1-6 40 16,-2 2 1-16,-1 4 0 0,5 2 1 0,0-3-42 15,-1 1 0-15,-3 2 0 0,3-2 0 0,-1 6 26 0,2-4 0 16,-1 1 0-16,-1-1 1 0,3 0-27 0,-1 2 0 15,-6-2 0-15,2 7 0 0,-1-7 23 0,-3 2 1 16,2 4-1-16,0 2 0 0,2 1-23 16,-4 3 0-16,5-4 0 0,-1-6 0 0,4 4 20 0,-7-3 1 15,5-1 0-15,0-6 0 0,-2-2-21 0,-1-4 0 16,-1 0 0-16,-4-8 0 0,0-2 49 0,0-6-1 16,0 6 0-16,0 0 2 0,0 0-50 0,0 4 0 0,0-10 0 15,-4-4 0-15,4-4 9 0,-2 0 0 16,4-16 0-16,-2-11 1 0,0-7-10 0,4-5 0 15,2 9 0-15,-4 4 0 0,6-5 12 0,-3 7 0 0,5-6 0 16,-1 1 0-16,1 7-12 0,2-4 0 0,-3 7 0 16,1 3 0-16,1 0-19 0,3 6 1 0,1 0-1 15,-4 3 1-15,1 5 18 0,1 2 0 0,1 2 0 16,-3 4 0-16,-5 2-20 0,2 4 2 0,-1 2 0 16,1 2 0-16,0 0 18 0,-1 4 0 0,9 8 0 15,-1 4 0-15,0 8-9 0,5 3 1 0,-5-1-1 16,0-2 1-16,-3 8 8 0,-1-5 0 0,1 3 0 0,1 2 0 15,3 1-73-15,1-1 2 0,-2-6-1 0,2-2 0 16,6-4 72-16,-2 1 0 0,4-9 0 0</inkml:trace>
  <inkml:trace contextRef="#ctx0" brushRef="#br0" timeOffset="144643.93">16084 5467 224 0,'0'0'0'0,"29"-26"0"0,-12 6 15 0,-2 5 0 15,3 1 0-15,-1 0 0 0,2-4-15 16,-2 2 0-16,-5 6 0 0,-6 4 0 0,-6 6 14 0,0 0 0 16,-4-4 0-16,4 4 1 0,-4-6-15 0,4 6 0 15,-6-4 0-15,0 2 0 0,1 0 14 0,-1 2 0 16,-8-6 0-16,-1 6 0 0,-6-6-14 0,-4 0 0 16,2 6 0-16,2 6 0 0,0 2 45 0,2 0 0 0,1 2 1 15,5-2-1-15,0 0-45 0,1 4 0 0,-1 4 0 16,-1 2 0-16,1 4 38 0,-1 1 2 0,3 7-2 15,5-2 1-15,-5 2-39 0,1 5 0 0,6-5 0 16,-1-8 0-16,5-2 35 0,0 2 0 0,1-3 1 16,5-9-1-16,2 0-35 0,-2-4 0 0,-1 2 0 15,-1-6 0-15,-2 2 25 0,6-4 1 0,-1 0 0 16,3 0 0-16,3 0-26 0,-1-4 0 0,7 2 0 16,2-8 0-16,8 0 12 0,-4-4-1 0,0-1 0 15,-10 3 0-15,-5 0-11 0,-1-2 0 0,3-2 0 16,-3 4 0-16,-3-2 21 0,0 0 0 0,0-8 0 15,1 1 0-15,-5-5-21 0,2-2 0 0,-4-2 0 16,0 5 0-16,0-9-21 0,-4 2 1 0,2-4 0 16,2-3 0-16,-3 3 20 0,1-6 0 0,-2 1 0 0,-6 1 0 0,4-2 8 15,-3-5 1-15,-3 9-1 0,3 0 1 16,-1-3-9-16,1 3 0 0,3 8 0 0,-2 1 0 0,6 3 5 16,-4 6 1-16,3 6-1 0,1 2 1 0,2 10-6 15,0 2 0-15,-2-6 0 0,2 6 0 0,0 0-8 16,-2 6 1-16,4-4 0 0,0 6 0 0,0 2 7 15,0 0 0-15,1 24 0 0,3 11 0 0,4 9 8 16,-1 9 0-16,1-13 0 0,-1 3 1 0,7-9-9 16,-7 6 0-16,7-5 0 0,-1 3 0 0,0-4 6 0,5-1 1 15,1-7-1-15,4 2 1 0,0-9-7 0,-1 3 0 16,1-4 0-16,-4-6 0 0,4-3 4 0,-4-3 1 16,3-4-1-16,-1-2 1 0,0-6-5 0,1-2 0 15,-2-2 0-15,-1 0 0 0,-2-2 5 0,0-4 0 0,-2-2 0 16,0 2 1-16,5-6-6 0,-7-3 0 15,0-1 0-15,-1 2 0 0,-3-4 7 0,-1-4 0 0,-3-2 0 16,1 2 0-16,0-5-7 0,-1-3 0 0,-3 0 0 16,-2 0 0-16,-2-5-10 0,-2 1 1 0,0 0-1 15,0-1 0-15,-5 1 10 0,-1 0 0 0,-1 0 0 16,-1-5 0-16,0 9-10 0,-1-4 0 0,1 6 0 16,1 7 1-16,3 3 9 0,-6 4 0 0,9 6 0 15,-1 2 0-15,4 6-6 0,0 0 0 0,-4 6 0 0,4-6 1 16,0 0 5-16,0 0 0 0,-2 6 0 0,-2-2 0 15,2 6-20-15,2-2 1 0,0 12-1 0,0 9 1 16,-4 7 19-16,4 2 0 0,6-5 0 0,2-5 0 16,3-6-8-16,1 4 1 0,3-4-1 0,1 5 1 15,3-5 7-15,2 2 0 0,6-2 0 0,3-2 0 0,3-6-1 16,5 3 1-16,-3-5-1 0,3 0 1 0,4-10 0 16,-1 2 0-16,-1-2 0 0,0-2 0 0,-2-2-85 15,1-4-1-15,-3 2 1 0,3 0-1 0,-5-2 86 16,2-4 0-16,-5-1 0 0</inkml:trace>
  <inkml:trace contextRef="#ctx0" brushRef="#br0" timeOffset="144903.83">17323 4703 483 0,'0'0'0'16,"30"26"0"-16,-9-6 49 0,-3-4-1 0,5 8 0 15,5 1 2-15,7 3-50 0,1 4 0 0,-1 0 0 16,-1-1 0-16,3 1 30 0,1-2 0 0,-3 2 0 16,-3 5 1-16,3-3-31 0,-5 4 0 0,-3-7 0 15,0 1 0-15,-4 0-12 0,0-2 1 0,-4-1-1 16,2-5 1-16,-5-4 11 0,-1 0 0 0,-2-4 0 15</inkml:trace>
  <inkml:trace contextRef="#ctx0" brushRef="#br0" timeOffset="145137.02">17735 4906 145 0,'-6'-14'0'0,"-4"-6"0"0,-5-6-26 15,2 6 0-15,1-3 0 0,6-1 1 0,-1 0 25 16,1-6 0-16,2 14 0 0,0 4 0 0,4 12 31 15,0 0 1-15,0 0-1 0,0-2 2 0,0 2-33 16,0 0 0-16,0 0 0 0,0 0 0 0,0 0 63 0,0 0 1 16,0 2 1-16,-2 4-1 0,2 0-64 0,0 2 0 15,-5 14 0-15,-5 8 0 0,-1 9 54 0,-5 5 1 16,1-4-1-16,0-1 1 0,1 1-55 0,-1 4 0 16,-1 5 0-16,1-1 0 0,-4 6 34 0,0 1-1 15,2-1 0-15,1-3 1 0,3 1-34 0,-3 1 0 16,7-3 0-16</inkml:trace>
  <inkml:trace contextRef="#ctx0" brushRef="#br0" timeOffset="145737.65">18264 4880 1069 0,'0'0'0'0,"0"0"0"15,0 0 20-15,0 0 1 0,0 0 0 0,19 16 1 16,-15-4-22-16,2 0 0 0,-2 13 0 0</inkml:trace>
  <inkml:trace contextRef="#ctx0" brushRef="#br0" timeOffset="146570.29">18567 3890 596 0,'0'0'0'16,"0"0"0"-16,0 0 6 0,0 0 1 0,0 0-1 0,0 0 1 0,0 0-7 15,0 0 0-15,0 0 0 0,0 0 0 0,15 24-12 16,-11-10 0-16,0 8 0 0,2 11 0 0,3 7 12 15,-3 2 0-15,0-7 0 0,-1-1 0 0,-1-6 34 16,2 4 1-16,0 9 0 0,1-3 0 0,-3 6-35 16,2 1 0-16,0-1 0 0,0 1 0 0,3-1 35 0,1-2 0 15,-1 1 0-15,-1-1 1 0,3-4-36 16,1 3 0-16,-2-3 0 0,-5 0 0 0,5-3 26 0,-6-5 1 16,1 0 0-16,3-2 0 0,0-8-27 0,-4 1 0 15,1-7 0-15,1-4 0 0,-2 0 34 0,-2-2-1 16,0-2 0-16,-2-6 1 0,0 0-34 0,0 0 0 15,0 0 0-15,2 2 0 0,-2-2 32 0,0 0 1 0,0 0-1 16,0 0 0-16,0 0-32 0,0 0 0 0,0 0 0 16,6-6 0-16,3 0 6 0,-3 2 1 15,3-8-1-15,3-6 1 0,3-7-7 0,1-3 0 0,-7 2 0 16,-1 2 0-16,-2 6-7 0,-6-9 0 0,3 3 0 16,3 0 0-16,2 0 7 0,-2 0 0 0,1-1 0 15,-5 5 0-15,2 4-7 0,0-4 0 0,2 2 0 16,-1 4 1-16,-1 4 6 0,0 4 0 0,0 0 0 15,0-1 0-15,0 5-9 0,-1-2 0 0,3 2 0 16,-4 2 1-16,2-4 8 0,0 2 0 0,3 2 0 16,3 0 0-16,3 0 2 0,-5 0 1 0,2 2 0 15,3 2 0-15,-1 2-3 0,5 3 0 0,-2-3 0 16,-3 4 0-16,-1 2 8 0,3 2 1 0,-1 4-1 0,2 2 1 16,-1 0-9-16,1 3 0 0,4 3 0 0,-1-4 0 0,1 4-9 15,0 0 0-15,0-3 0 0,0-7 0 0,-3 2 9 16,1-2 0-16,2-6 0 0,0-2 0 0,-3-8-27 15,1 0 1-15,-6 0 0 0,-1-6 0 0,-2 0 26 16,-5-2 0-16,3-4 0 0,4-4 0 0,-1-4-128 16,1-3 0-16,-1-3 1 0</inkml:trace>
  <inkml:trace contextRef="#ctx0" brushRef="#br0" timeOffset="146804.28">19334 3654 360 0,'0'0'0'0,"6"22"0"0,-6-8 41 16,0 0 1-16,0 13-1 0,0 9 2 0,-4 8-43 0,2 5 0 0,4-7 0 16,2 4 0-16,-3-3 45 0,5 3 1 0,2-1 1 15,-4 3-1-15,0 2-46 0,-1-1 0 0,5-1 0 16,0 3 0-16,1 7 12 0,3-4 1 0,-1 1 0 15,1-7 0-15,-1 1-13 0,3-1 0 0,-5-14 0 16,-1 1 0-16,2-9-102 0,-3-6 0 0,1-4-1 16</inkml:trace>
  <inkml:trace contextRef="#ctx0" brushRef="#br0" timeOffset="147937.5">19148 4517 427 0,'0'0'0'0,"-29"-32"0"0,8 6 50 16,-4 3 2-16,6 7-1 0,2-2 0 0,3 2-51 15,-1 2 0-15,3 2 0 0,8 6 0 0,8 4-35 16,2 4 0-16,0 0 0 0,-6-2 1 0,4 0 34 16,1 4 0-16,11-4 0 0,9 6 0 0,9-4-24 15,6 4 1-15,-7 0 0 0,-10-6 1 0,2 0 22 16,2 2 0-16,2-2 0 0,-3-2 0 0,1-4 25 16,6 0 1-16,-8-2-1 0,0 0 2 0,0-4-27 0,-2-2 0 15,0 5 0-15,-2-3 0 0,0 0 51 0,2 2 0 16,-4 0 1-16,-4 2-1 0,3 0-51 0,-3 0 0 15,2 2 0-15,0 0 0 0,-1 4 39 0,-1-2 1 16,-1 2 1-16,1-4-1 0,-6 2-40 0,3 0 0 16,-2 0 0-16,-1 2 0 0,-1-4 48 0,-1 1 1 0,-1 3 1 15,0 0-1-15,0 2-49 0,-6 0 0 0,5 0 0 16,-1 2 0-16,0 0 42 0,0 5 1 0,2 3-1 16,-4 4 1-16,3 0-43 0,3 2 0 0,-4 8 0 15,2 4 0-15,-1 3 10 0,1 3 0 16,0-8 0-16,-2-4 0 0,2-1-10 0,-1-1 0 0,1-2 0 15,0-4 0-15,0-6-6 0,-1 0 1 0,-3-2-1 16,0 0 1-16,-2-6 5 0,0 0 0 0,4 4 0 16,-4-4 0-16,4-4-1 0,-4 4 0 0,4-8 0 15,1 0 1-15,3-10 0 0,-2 6 0 0,1-10 0 16,3-5 0-16,3-1-8 0,3-2 1 0,-9 4-1 16,1-1 1-16,-2 5 7 0,2-2 0 0,3 0 0 0,-3 4 0 15,1-6-8-15,1 3 1 0,-1 3-1 0,-1 6 1 16,0 2 7-16,-1-2 0 0,-1 8 0 0,0 0 0 0,-2 6-2 15,-4 0 0-15,6 6 0 0,-1-4 0 0,5 4 2 16,-6 0 0-16,7 6 0 0,-1 4 0 0,7 8 1 16,0 5 1-16,-3-3-1 0,-5-4 1 0,-1 4-2 15,0 2 0-15,-1-7 0 0,1-1 0 0,0 0-3 16,-3-2 1-16,1-6-1 0,0 0 1 0,2-10 2 0,-6 2 0 16,1-2 0-16,-1 4 0 0,-2-6 25 0,2 0 0 15,-2 0 0-15,0 0 0 0,6 6-25 16,-6-6 0-16,0 0 0 0,2-6 0 0,-2 6 5 0,4 0 0 15,0-4 0-15,1 0 1 0,1-8-6 0,0 4 0 16,3-10 0-16,1 2 0 0,3-10 6 0,3 3 1 16,-3-1-1-16,-1 4 0 0,-1 0-6 0,-1 4 0 15,-1 2 0-15,-3-4 0 0,4 1-1 0,-6 3 1 16,1 4 0-16,1 2 0 0,-2 6 0 0,-4 2 0 0,6 0 0 16,-1-6 0-16,-3 4-1 0,2 2 1 0,2 0 0 15,2 0 0-15,-1 0 0 0,-1 0 0 0,4 8 0 16,-1 2 0-16,5 8-3 0,1 3 0 0,-4 5 0 15,3-2-1-15,1 6 4 0,-1 4 0 0,3-9 0 16,2-1 0-16,-4-8-10 0,3 4 1 0,1-6 0 16,0-2 0-16,-2-6 9 0,6 0 0 0,-6-6 0 15,-1 3 0-15,-3-3 6 0,-1-3 0 0,1-3 0 16,1 2 1-16,1-2-7 0,-2-2 0 0,5-2 0 16,-3-2 0-16,4-2 8 0,-2-4 2 0,-1 2-1 0,-1-8 0 15,-2 1-9-15,3 1 0 0,-5 2 0 0,3-2 0 16,-3-4-4-16,3-3 1 0,-5 3 0 0,3 2 0 15,1-4 3-15,2-1 0 0,-5 3 0 0,2-2 0 16,-3-2-12-16,-1 0 2 0,1-1-1 0,-1-3 1 16,0 2 10-16,-1-5 0 0,-5 9 0 0,0 2 0 15,-2 6-6-15,-2-2 1 0,0 5 0 0,2 3 0 0,-5 4 5 16,1 4 0-16,-2 0 0 0,4 4 0 0,2 2-6 16,0 0 1-16,-4-6-1 0,4 6 1 0,-4 0 5 15,4 0 0-15,-5 6 0 0,1-4 0 0,0 4-2 0,2 0 0 16,-4 14 0-16,3 9 1 0,-5 11 1 0,2 0 0 15,6-3 0-15,4-3 0 0,6-2 10 0,-1 2 1 16,6 1-1-16,-5-1 1 0,5 2-11 0,1 1 0 16,5-7 0-16,2-8 0 0,4-2 2 0,3 0 0 0,1-5 0 15,2-9 1-15,3-6-3 0,0-4 0 0,-1-7 0 16,0-3 0-16,-3-6 4 0,3-4 0 0,-3 0 0 16,1-6 1-16,-4-1-5 0,1-1 0 0,1-4 0 15,0-5 0-15,-1-1-4 0,-1-4 0 0,-2-1 0 16,-2 3 0-16,0-2 4 0,-4-3 0 0,-4 9 0 15,-4-3 0-15,-3 3-116 0,-2 0-1 0,-3 3 0 16,-1-3 1-16,-4 0 116 0,-2-1 0 0,0 9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25:34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18373 4509 743 0,'0'0'0'15,"0"0"0"-15,-19 22 34 0,13-14 0 0,-17 10 1 0,-7-3-1 16,-11 7-34-16,-1 4 0 0,2-6 0 0,0-6 0 16,-4-8 33-16,1 8 1 0,-5-3-1 0,-3-1 2 15,-9-4-35-15,-1 2 0 0,1-2 0 16,-1 2 0-16,0-2 25 0,-4 0 1 0,-6 2-1 0,-4-2 1 15,-4 0-26-15,-3 2 0 0,-3 0 0 0,1 4 0 16,-4 2 25-16,-2 1 2 0,-4-1-2 0,-2-2 1 0,-2 2-26 16,-2 0 0-16,-5 0 0 0,-4 0 0 0,-2 2 15 15,-5 1 1-15,-4-1-1 0,-1 2 1 0,-2 4-16 16,-3-6 0-16,-5 2 0 0,-3 2 0 0,2-5 11 0,-4 5 0 16,-8-4 1-16,2 4 0 0,-4 4-12 15,-1-4 0-15,-5-1 0 0,1 5 0 0,-3-4 26 0,1 2 1 16,-6-4-1-16,2 4 1 0,-8-1-27 15,2-1 0-15,2-4 0 0,5 2 0 0,-5-4 6 0,0 0 0 16,2-2 0-16,2-2 1 0,2-4-7 16,1 1 0-16,-7-1 0 0,0-4 0 0,0 2 14 0,0-2 2 15,2-4-1-15,-2 2 0 0,0-4-15 0,0 2 0 16,0-2 0-16,0 0 0 0,3-1-10 0,-3-1 0 0,2-2 0 16,2 2 0-16,0 0 10 0,-2-2 0 0,5 0 0 15,-1-4 0-15,-2 2 12 0,2 0 1 0,3 0-1 16,3 0 1-16,3 0-13 0,0 4 0 0,4-3 0 15,0-1 0-15,6 2 1 0,-4 0 1 0,4 2 0 16,-6 0 0-16,2 4-2 0,-2-6 0 0,12 2 0 16,0 0 0-16,3-6 15 0,2 4 0 0,5 0 0 15,-7 2 0-15,6-2-15 0,1 2 0 0,1-4 0 16,2 1 0-16,0-5 15 0,-2 2 0 0,8 2 1 16,3 2 0-16,3-2-16 0,5 2 0 0,1 0 0 15,1 0 0-15,2 2 10 0,-2 0 0 0,2-2 0 16,4 2 0-16,-4-7-10 0,0 5 0 0,10 0 0 0,-2-4 0 15,2 0-5-15,3 2 1 0,5 0-1 0,-3 0 1 16,10 0 4-16,0 0 0 0,0 0 0 0,2 2 0 16,8 0 2-16,-4-1 1 0,5-1-1 0,5 2 1 15,-1-2-3-15,4 0 0 0,3 2 0 0,-5 2 0 0,2 0 0 16,2 2 0-16,10 0 0 0,-4 2 0 0,7-2 0 16,1 2 0-16,1 2 0 0,-3 0 0 0,2-4 13 15,-1 2 1-15,3 4 0 0,-1 2 0 0,-1-2-14 16,-3 4 0-16,7-2 0 0,3 4 0 0,4-2-22 0,-2-2 0 15,2 6 0-15,2-2 0 0,2 4 22 0,2 2 0 16,2-3 0-16,2 1 0 0,-5 2 7 0,5 0 1 16,2 4 0-16,5-4 0 0,-2 6-8 0,5 0 0 15,-5 1 0-15,2-5 0 0,3 10 8 0,3-4 0 16,-2 4 0-16,4 1 1 0,0-3-9 0,4 2 0 16,1 2 0-16,1 7 0 0,4 3-24 0,-1-4 0 15,3 2 0-15,1-1 0 0,3 3 24 0,-1 2 0 0,-3-3 0 16,1-1 0-16,2-2-20 0,-5 5 0 0,5-11 0 15,1 4 0-15,-1-4 20 0,0-1 0 0,1 1 0 16,-1 6 0-16,0-6 1 0,1 5 1 0,3-5 0 16,-4 0 0-16,0-2-2 0,1-2 0 0,-1 1 0 15,4-5 0-15,0 0-14 0,-1 0 0 0,1-6 0 16,-4 6 1-16,4-5 13 0,-3-1 0 0,-1 0 0 16,4 0 0-16,-3 0 28 0,1 0 1 0,2-2-1 15,0 2 1-15,-2-4-29 0,3 0 0 0,-5-1 0 16,4 3 0-16,-4-2 34 0,5 2 0 0,-5-4-1 0,2 2 1 15,2-2-34-15,-5-2 0 0,1 2 0 0,6 4 0 16,-2-4 12-16,-3 0 1 0,5 0-1 0,4 3 1 0,-4-3-13 16,2-2 0-16,4 0 0 0,-8 2 0 0,2-6-2 15,0 4 0-15,2 0 0 0,-2 0 1 0,0-2 1 16,2 2 0-16,4-2 0 0,2 2 0 0,2-2 12 16,-1 0 1-16,5 2-1 0,-1-6 0 0,-1 0-12 15,5-4 0-15,2 4 0 0,1 0 0 0,-1-2 9 16,0 2 1-16,10-6 0 0,-4 0 0 0,0-2-10 15,4 2 0-15,2 4 0 0,1-4 0 0,3-2-9 16,0-2 1-16,3 4-1 0,-3 2 1 0,5 0 8 16,-5 2 0-16,5-4 0 0,2 4 0 0,2-2-23 0,2 1-1 15,-1 3 1-15,-1 3 1 0,0 1 22 0,0-4 0 16,0 2 0-16,1 0 0 0,5 2-26 0,-6 2 1 16,6-2 0-16,0-2 0 0,0 0 25 0,-1 0 0 0,9 2 0 15,-2-2 0-15,3 2-15 0,1 0 1 0,-1-4 0 16,1 0 0-16,-1 4 14 0,5-4 0 0,-5 0 0 15,1 0 0-15,5 0 22 0,-2 0 2 0,3 2-2 16,-1-2 1-16,0 0-23 0,4 0 0 0,-3 0 0 16,7 4 0-16,1-4 3 0,-2 2 1 0,0-2 0 15,3 2 0-15,0 0-4 0,0 0 0 0,0 0 0 16,4 2 0-16,-5-4 20 0,1 6 1 0,4-4-1 16,2 0 1-16,3-2-21 0,1 0 0 0,-1 4 0 15,0-4 0-15,7 2 16 0,-5 2 2 0,4-4-1 16,0 0 0-16,3 0-17 0,2 0 0 0,-6 0 0 15,1 4 0-15,-4 0 21 0,3 2 1 0,1-4-1 16,-2 2 1-16,4-2-22 0,2-2 0 0,0 2 0 16,0 2 0-16,4-4-25 0,0 2 1 0,-2-4 0 0,2 2 0 15,-2-4 24-15,0 2 0 0,7 0 0 0,1-2 0 0,4 2-18 16,1-6 1-16,-2 4-2 0,-1 2 2 0,-1-4 17 16,1 2 0-16,3 0 0 0,1 0 0 0,-1 2-12 15,0-2 0-15,7 0 0 0,-5 0 1 0,8 2 11 16,-4-4 0-16,0-2 0 0,-2 4 0 0,2 2 25 0,1-4 1 15,-5 0-1-15,0 0 2 0,-1 0-27 0,-3 2 0 16,4 0 0-16,-5 1 0 0,1-5 24 0,-1 2 0 16,3 2 0-16,2 2 1 0,1 2-25 0,1-4 0 15,-7 0 0-15,-3 4 0 0,-1-4 5 0,1 2 1 16,-3-2-1-16,-6 2 1 0,0-2-6 0,2 2 0 0,-9 0 0 16,1-2 0-16,-9 2 12 0,1 2 2 15,-11 0-1-15,2 0 0 0,-7 0-13 0,-3 2 0 0,-3 2 0 16,-3-4 0-16,-1 2-3 0,-6 2 0 0,0 0 0 15,-4 0 1-15,1-2 2 0,-3 2 0 16,-7-4 0-16,-1 0 0 0,-11 2 8 0,4 0 0 0,-4 2 0 16,0-4 1-16,-3 2-9 0,-1 2 0 0,-6-4 0 15,3 0 0-15,-6 0 7 0,-5 2 0 0,-1-2 0 16,-2 0 0-16,-4 2-7 0,-1-2 0 0,-3-2 0 16,-2 0 0-16,-1-2 10 0,-2 2 1 0,-1-2-1 15,-3 0 1-15,3-2-11 0,-5-4 0 0,8 6 0 16,-3-6 0-16,-3 0 6 0,4 0 0 0,-4-4 0 0,-1-6 0 15,1-5-6-15,2-7 0 0,-6 4 0 0,1 6 0 16,-1-5-1-16,0-1 0 0,-2-10 0 0,-2 2 1 0,0-9 0 16,1 1 0-16,-1-5 0 0,2 1 0 0,2 2 11 15,-1-1 2-15,-1-3-1 0,-1-3 0 0,1-3-12 16,0 4 0-16,-2-5 0 0,0-3 0 0,-4-3-7 16,2 1 1-16,0 5 0 0,2-1 0 0,-1 3 6 15,3 5 0-15,-2-9 0 0,0 9 0 0,0-5-5 16,2 3 2-16,-4 4 0 0,2-1 0 0,0 9 3 15,-2-3 0-15,4 9 0 0,0 0 0 0,2 6 4 16,2 1 1-16,-2 1 1 0,2 2-1 0,-2-2-5 16,0 0 0-16,3 3 0 0,-5 5 0 0,6 4 19 0,-4 0 1 15,0 6 0-15,-2 0 0 0,0 2-20 0,0 6 0 16,0 0 0-16,-2-4 0 0,2 4-12 0,0 0 0 16,-2 0 0-16,2 0 0 0,-6 0 12 0,6 0 0 15,-15 12 0-15,-8 2 0 0,-10 4-12 0,-5 6 1 16,-6 9-1-16,2-1 0 0,-14 4 12 0,-3 5 0 0,-8 3 0 15,-6 2 0-15,-8 7-119 0,-1 1 0 0,-18 15 0 16</inkml:trace>
  <inkml:trace contextRef="#ctx0" brushRef="#br0" timeOffset="193953.21">10179 7770 11 0,'0'0'0'0,"0"0"0"0,25 6 0 0,-20-4 1 15,11-4-1-15,-1 0 1 0,10 2-1 0,0-4 0 16,-10 2 0-16,-5-2 0 0,-4 0 0 0,-2 2 1 15,1-2-1-15,5 0 1 0,-4 2-1 0,3-6 0 16,-3-2 0-16,4 0 0 0,1-1 50 0,-1 3 1 0,-3-4 0 16,1 2 0-16,0-2-51 0,-3 2 0 0,1 0 0 15,0 2 0-15,0 0 83 0,-3 2 2 0,1 0-2 16,2 4 2-16,4-4-85 0,-5 0 0 0,5 0 0 16,0-3 0-16,5 1 48 0,0 2 0 0,1 0 1 15,-1 0-1-15,6 4-48 0,2-4 0 0,-2 2 0 16,-2 0 0-16,2 0 36 0,4 2 1 0,0-2-1 15,0 0 1-15,6-2-37 0,-6 2 0 0,5 2 0 16,-3 2 0-16,2 0 23 0,0 0 1 0,3 0 0 16,3 0 1-16,1 0-25 0,3 0 0 0,1 2 0 15,0 2 0-15,0 0 26 0,1-2 0 0,5 0 0 0,-2-2 0 16,4 2-26-16,5 2 0 0,-1-2 0 0,6 2 0 16,3 4 15-16,0-2 1 0,5-2-1 0,-5 2 2 0,4 0-17 15,-2 0 0-15,8 0 0 0,0 1 0 0,4-1 22 16,-4 2 0-16,4-6 0 0,-2 4 1 0,5-4-23 15,-1 2 0-15,3 2 0 0,1 0 0 0,0 2 25 16,3 0 1-16,6-2 1 0,2-4-1 0,4 2-26 16,4-4 0-16,-3 6 0 0,-1 2 0 0,8-2 43 15,-8 2 1-15,5 0 0 0,3-2 0 16,3 3-44-16,-1-1 0 0,3-2 0 0,-2-2 0 0,4 0 3 16,4 0 1-16,0 2-1 0,-3-6 1 0,1 0-4 15,2-4 0-15,4 2 0 0,2-2 0 0,-5 0-10 16,9-4 1-16,-2 2 0 0,1-5 0 0,7 1 9 15,-5-4 0-15,5-2 0 0,-5 2 0 0,5-2 9 16,-1-2 1-16,-5 4 0 0,-1 0 0 0,-1-1-10 0,0 1 0 16,1 0 0-16,-3 2 0 0,-6 2 2 0,2-2 1 15,0 4-1-15,2-4 1 0,-4 4-3 0,2 0 0 0,-8 4 0 16,-1 4 0-16,-3 2-41 0,-3 4-1 16,-3 4 1-16,-3 4 1 0,-6 0 40 0,-2-2 0 0,1 12 0 15</inkml:trace>
  <inkml:trace contextRef="#ctx0" brushRef="#br0" timeOffset="201186.02">6833 9230 11 0,'0'0'0'0,"0"0"0"0,0 0 0 0,0 0 1 16,0 0-1-16,0 0 1 0,0 0-1 0,0 0 0 15,0 0 0-15,0 0 0 0,0 0 0 0,0 0 1 16,0 0-1-16,-17-2 1 0,13 2-1 0,-2-2 0 16,2 2 0-16,-1 2 0 0,1-4 47 0,2 2 1 15,-2 0 0-15,-2 0 1 0,3 0-49 0,3 0 0 0,0 0 0 16,-2 0 0-16,2 0 38 0,-4-4 0 0,4 4 0 16,-6 4 2-16,6-4-40 0,-4 0 0 0,4 0 0 15,0 2 0-15,0-2 35 0,-2 2 0 0,2-2 0 16,0 4 1-16,0-4-36 0,0 0 0 0,0 0 0 15,2 2 0-15,-2-2 40 0,0 0 0 0,0 0 0 16,0 0 2-16,6 4-42 0,-2-2 0 0,2 2 0 16,3-4 0-16,5 2 22 0,1 0 1 0,0 0-1 15,-3 0 1-15,7 0-23 0,0 2 0 0,-2-2 0 16,-1-2 0-16,-3-2 33 0,2 2 1 0,1 0-1 0,-1 0 1 16,0 0-34-16,1 0 0 0,3 2 0 15,2 0 0-15,4 0 25 0,-4 0 1 0,2 0 0 0,-2 0 1 16,-2-2-27-16,2 0 0 0,1 2 0 0,1 4 0 15,-2-4 27-15,0 2 1 0,0-2-1 0,2-2 1 16,2 0-28-16,0 0 0 0,0-2 0 0,-2 0 0 0,5 2 19 16,-3-2 1-16,0 0 1 0,2 2-1 0,-2 2-20 15,4 0 0-15,-2-4 0 0,5 0 0 0,-1-4 20 16,-6-2 0-16,5 4 0 0,-3 4 1 0,2 0-21 16,-2 2 0-16,2-4 0 0,1 0 0 0,-1-6 11 15,-2 4 1-15,2 2 0 0,-2 2 1 0,3-4-13 16,3 4 0-16,-6-2 0 0,1 0 0 0,3-2 15 15,0 2 0-15,3 0 0 0,-1 0 0 0,5 2-15 16,-3 0 0-16,1-2 0 0,-1 2 0 0,-1 0 1 0,3 0 1 16,-3 0-1-16,3-4 1 0,-3 4-2 0,2 0 0 15,3-2 0-15,-3 0 0 0,1 2-5 0,1 0 1 16,-2 0 0-16,3 2 0 0,-1-2 4 0,0 0 0 0,-1 2 0 16,1 2 0-16,2-4-1 0,1 0 0 0,5 0 0 15,-6 2 1-15,2-2 0 0,2 2 0 0,0 0 0 16,-3 0 0-16,5 0-7 0,-2 2 1 0,-2 2-1 15,2-2 1-15,6 2 6 0,-4 0 0 0,4 0 0 16,-4 2 0-16,4-2 1 0,-4 3 0 0,4 1 0 16,-1-2 1-16,-1 0-2 0,2 4 0 0,-2-2 0 15,2 0 0-15,2-2-12 0,-2 4 1 0,1-6-2 16,-3 2 2-16,4 0 11 0,-2-2 0 0,0 0 0 16,0 3 0-16,1-3 3 0,-5 2 0 0,4 0 0 15,0 0 1-15,0 2-4 0,-2-4 0 0,5 0 0 16,-1-2 0-16,2 0 2 0,-2 0 1 0,1 0-1 0,-3 2 2 15,2-4-4-15,2 4 0 0,-6 0 0 16,5 0 0-16,-3 0 0 0,-2 2 1 0,6-2-1 0,-4-2 1 16,7 3-1-16,1-1 0 0,-7-2 0 0,5 4 0 0,-2-6 3 15,1 4 1-15,3-2 0 0,-3-2 0 0,3 4-4 16,-1-4 0-16,5 0 0 0,-5 0 0 0,1 0 0 16,1 4 1-16,1-4 0 0,5 2 0 0,-4-4-1 15,4 0 0-15,-3 0 0 0,1 0 0 0,0 0 8 0,3-4 1 16,-1 4 0-16,4-2 0 0,-4 2-9 0,0-4 0 15,2 2 0-15,2 0 0 0,-4 0 10 0,6 2 1 16,-4-2-1-16,4 0 1 16,0 2-11-16,2 0 0 0,-2-6 0 0,4 4 0 0,-4 0-3 15,4-2 0-15,-3 4 0 0,3-4 1 0,2 4 2 0,2 0 0 16,-5-2 0-16,3-4 0 0,0 0-5 0,1 4 0 16,-3-4 0-16,2 4 1 0,-2-1 4 0,-1 1 0 0,3 0 0 15,-2-4 0-15,1 2-5 0,1 0 1 0,2 0 0 16,-3 2 0-16,5-4 4 0,-2 2 0 15,1-2 0-15,-1-2 0 0,5 2 3 0,0 2 1 0,-3-4 0 16,1 2 0-16,3 0-4 0,-1 0 0 0,4-2 0 16,-1 0 0-16,1 2 25 0,-2 0 1 0,0-5-1 15,1 3 2-15,1 2-27 0,-6-2 0 0,6 0 0 16,-1 0 0-16,1 2-6 0,0-4 0 0,2 2 1 16,6 2 0-16,0-2 5 0,0 0 0 0,-2 0 0 15,2 2 0-15,0-2 13 0,-1-5 1 0,1 5-1 0,-4-2 0 16,2 0-13-16,2 0 0 0,-4 2 0 0,0 2 0 15,-2 0 8-15,4 2 0 0,-4-2 0 0,-1 0 0 16,3 4-8-16,0-2 0 0,-2 0 0 0,-4-2 0 0,0 0-4 16,1-4 1-16,-1 8-1 0,-4 2 1 0,-1 2 3 15,-3 4 0-15,1-2 0 0,1-4 0 0,-1 0-14 16,2 0 1-16,-3 0-1 0,1 2 1 0,1 2 13 16,-5 0 0-16,4 2 0 0,-1 0 0 15,-1 2 10-15,0-2 1 0,-2 0-1 0,-1 2 1 16,-1-2-11-16,4 0 0 0,-6 0 0 0,0-2 0 0,-2 0-3 15,2 0 1-15,-4 0 0 0,2 2 0 0,-2-2 2 16,2 5 0-16,-10-7 0 0,3 2 0 0,-7 0 11 0,3 0 1 16,1 2 0-16,1 0 0 0,1 4-12 0,-2 2 0 15,-3-4 0-15,-4 4 0 0,0-6-79 0,-1 4 0 16,-1 8 1-16,2 5-1 0,-2 5 79 0,-4 4 0 16,0 4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30:24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8679 4455 495 0,'0'0'0'0,"-36"0"0"0,17-4 32 15,-2 4 0-15,-14-8 0 0,-15-5 0 0,-5-3-32 16,-10 2 0-16,13-6 0 0,2 0 0 0,2-6 50 15,0 3 0-15,4-5 0 0,-8 2 1 0,4 4-51 16,-1-8 0-16,-3 1 0 0,0 3 0 0,-2 2 55 0,-1-6 0 16,-1 5 1-16,-3 5 0 0,1-4-56 0,-5 2 0 15,2 0 0-15,-5 4 0 0,-3-3 52 0,-2 5 2 16,0-4-2-16,-3 6 1 0,1-6-53 0,-2 6 0 16,-2-4 0-16,-3 3 0 0,1-1 44 0,-1 4 1 15,-10 4-1-15,-2 0 1 0,-4 2-45 0,-4 2 0 16,-5 2 0-16,3 2 0 0,-7 0 22 0,-3 0 2 0,1 2-1 15,0 2 0-15,-4-2-23 0,-2 4 0 0,6 0 0 16,2 2 0-16,-3 0 5 0,1 2 1 0,2 0 0 16,2 3 0-16,-3 1-6 0,-1 0 0 0,6 6 0 15,-3-6 0-15,3 6 22 0,1 2 0 0,3 3 0 16,-1-5 2-16,6 8-24 0,-4-2 0 0,5-4 0 16,1 7 0-16,2-1-3 0,1-2 2 0,1 6 0 15,4-1 0-15,0 1 1 0,1 2 0 0,3 2 0 16,-2 3 0-16,3 3-35 0,-3-2 0 0,7 3 0 0,2 3 0 15,8 3 35-15,-2-1 0 0,2 0 0 16,-2 7 0-16,4-1-5 0,4 3 1 0,1 3 0 0,-1 1 0 16,5 3 4-16,-3 3 0 0,3 7 0 0,0 1 0 15,1 2-15-15,-1 3 2 0,6 5-1 0,1 2 1 0,3-3 13 16,0 9 0-16,1-2 0 0,9 4 0 0,-4 8-7 16,5-5 0-16,1 9 0 0,-3-4 1 0,3 6 6 15,-3 0 0-15,9 8 0 0,3-4 0 0,4 6-5 16,1 0 1-16,5-2-1 0,-4 0 1 15,2-2 4-15,3 6 0 0,3-4 0 0,-3 2 0 0,7 2 26 16,-3-2 1-16,2 4-1 0,6-2 2 0,-1 2-28 16,3 2 0-16,3-4 0 0,-1-6 0 0,6 2 36 0,-2 0 0 15,3-2 0-15,3 1 0 0,3 1-36 0,1 0 0 16,3 0 0-16,-4 4 0 0,4-2-12 0,2 2 0 16,-1-2 0-16,-1 4 0 0,-2-2 12 0,6-2 0 15,-6 4 0-15,2-2 0 0,1-4-7 0,-3 2 0 0,2 0 0 16,-4 0 1-16,1-2 6 0,-1 4 0 15,0-10 0-15,5 0 0 0,-1-2 31 0,2 2 0 0,-2 2 1 16,-4-2-1-16,1 4-31 0,1-4 0 0,0-1 0 16,-5 1 0-16,-3-6 18 0,1 0 0 0,1 2 0 15,3 4 1-15,1-4-19 0,0 2 0 0,-3 0 0 16,-2 0 0-16,-1-5-4 0,1 5 0 0,1-4 0 16,3-2 0-16,-3 0 4 0,4-4 0 0,-1-5 0 15,-3-1 0-15,-1-4-4 0,1 0 1 0,3-9-1 16,1-1 1-16,1-8 3 0,-1-1 0 0,0-3 0 15,-1-7 0-15,3-3-33 0,2-1 0 0,-4-1-1 0,1-5 2 16,-1 0 32-16,4-3 0 0,0-3 0 0,3-4 0 16,-1-1 34-16,2-3 1 0,2 2-1 0,-2-1 0 15,5 3-34-15,-3-4 0 0,6-1 0 0,3-1 0 16,3-2-2-16,3 0 1 0,-5-1-1 0,1-3 1 0,2 2 1 16,3-2 0-16,1-5 0 0,2-1 0 0,2-6 27 15,8 0 1-15,1-2 1 0,1 4-1 0,5-4-28 16,-1 3 0-16,7-1 0 0,-2-2 0 0,4-4 18 15,-4 2 1-15,12-2 0 0,0 0 0 0,7-4-19 16,0 0 0-16,8-2 0 0,2-2 0 0,4-2 19 0,6 0 1 16,1-2 1-16,-1 0-1 0,5-2-20 15,2 2 0-15,4-2 0 0,0 2 0 0,6-2 6 0,0 0 0 16,5 0 0-16,1 0 1 0,3 0-7 0,2 0 0 16,8-2 0-16,0-2 0 0,6 2-3 0,0 2 0 15,5-2 0-15,1 0 1 0,9-2 2 0,0 0 0 16,6 1 0-16,-1-1 0 0,9-2-38 0,3 0 2 15,6 0-1-15,-2 0 1 0,4-6 36 0,0 2 0 0,10-2 0 16,1-2 0-16,-1-1 13 0,5 1 1 0,6-2 0 16,-2 0 0-16,8-4-14 0,-2 2 0 0,6-3 0 15,-4 1 0-15,5 0 13 0,-1 0 0 0,5-2 0 16,4-1 1-16,3 1-14 0,1 0 0 0,2 0 0 16,-6 3 0-16,2-1 13 0,4 0-1 0,2 2 0 15,-2 0 0-15,0 0-12 0,4-1 0 0,-2 5 0 16,2 0 0-16,3 2 8 0,3 0 0 0,-10 0 0 15,2 2 0-15,0 1-8 0,-1 1 0 0,-2 0 0 16,-3 2 0-16,2 0 5 0,-4 0 1 0,0 2 0 0,0 4 0 16,1 2-6-16,-5 2 0 0,1-2 0 15,-3 0 0-15,-7 2-2 0,3 2 1 0,-1 0 0 0,-2 0 0 16,-2 2 1-16,2 0 0 0,-8 0 0 0,0 2 0 0,-4 0 2 16,-5 2 1-16,-4-2 0 0,-6 0 0 0,-4-2-3 15,-4 2 0-15,-5 0 0 0,-1 2 0 0,-7-2 6 16,-2 1 0-16,-6-1 0 0,0 0 0 0,-5 0-6 15,-3 0 0-15,-9 0 0 0,-5 2 0 0,-9 0 15 16,-3 0 1-16,-6 0 0 0,-4 0 0 0,-6 0-16 16,-1-2 0-16,-10 0 0 0,-4-4 0 0,-4-2 12 15,-2 0 0-15,-7 0 0 0,1-2 1 0,-5-4-13 16,-2 2 0-16,-8-2 0 0,-2-2 0 0,-7-4-10 0,0 0 0 16,-9-2 0-16,7 0 1 0,-2-2 9 0,-4 1 0 15,-6-5 0-15,-2 0 0 0,-5-4 10 0,-3 0 1 16,5-11-1-16,-5 1 1 0,1-6-11 0,0-5 0 15,-5 3 0-15,-1 0 0 0,-2-7-2 0,-2-1 0 16,-2-5 0-16,0 1 1 0,-1-2 1 0,-1-3 0 0,-4-5 0 16,-2-5 0-16,1-4 25 0,-5-1 0 0,-1-9 0 15,2-4 1-15,-3-5-26 0,-1-1 0 0,0-4 0 16,-4 2 0-16,-2-4-6 0,-2-1 1 0,0-5-1 16,-2 0 1-16,-2-4 5 0,-1-2 0 0,1 0 0 15,-2-4 0-15,3-2-5 0,-5-4 1 0,0-4-1 16,1 2 1-16,-1-4 4 0,-1 0 0 0,1-2 0 15,1 4 0-15,-3-2-1 0,2 2 0 0,-3-8 0 16,1 6 0-16,-1-2 1 0,3 2 0 0,-3 2 0 0,-2 6 0 16,-1-4 6-16,3 6 1 0,-2-2 0 0,1 2 0 15,-1 4-7-15,0 0 0 0,1 2 0 0,-1 4 0 16,-1 2-5-16,1 2 1 0,0 2 0 0,-1 3 0 16,1 3 4-16,0 0 0 0,-3 4 0 0,1 3 0 15,-2 1-6-15,0 4 1 0,-4 1-1 0,-4-3 1 0,-2 2 5 16,1-2 0-16,-3 13 0 0,0-3 0 0,-1 7 26 15,3 3 2-15,-6 1-2 0,-1 1 1 0,-1-5-27 16,1 3 0-16,-4 7 0 0,-4-1 0 0,0 1 10 16,-4 5 0-16,-4 3 0 0,-4-5 1 0,-7 1-11 15,0-1 0-15,-10 7 0 0,0 2 0 0,-11-1-15 0,1 3 0 16,-7 3 0-16,-8-1 1 0,-3 2 14 0,-3 1 0 16,-7-1 0-16,-2 2 0 0,-4 2-21 0,-4-3 0 15,0 1-1-15,-5-2 1 0,-1 1 21 0,-3-1 0 16,-6 2 0-16,-2 1 0 0,-4 5 2 0,-4 2 0 15,0-4 0-15,1 1 0 0,-1-1-2 0,-2 0 0 16,-1 1 0-16,-3-1 0 0,-1 0-11 0,0 0 0 0,-1-5 0 16,-1 1 0-16,0-4 11 0,-1 1 0 0,-1 1 0 15,-4 4 0-15,-4 1-11 0,0 1 1 0,-2 0 0 16,4-5 0-16,-7-1 10 0,3 2 0 0,-2-1 0 16,6 3 0-16,-3 2-3 0,1-4 1 0,-10 7-1 15,-1-1 1-15,-6 2 2 0,0 4 0 0,-1-7 0 16,3 7 0-16,-2 2-11 0,-2 0 1 0,-2 0 0 15,-2-3-1-15,-4 1 11 0,-1 4 0 0,-1-4 0 16,-7 6 0-16,1-3-8 0,-3 3 0 0,-4 0 0 16,-4 2 0-16,0 2 8 0,-5 2 0 0,-1 4 0 15,0 5 0-15,-3 1-5 0,3 4 0 0,-5 4 0 0,-3-1 0 16,1 5 5-16,0 2 0 0,-4 4 0 0,-2-4 0 16,-2 8-30-16,0 2 0 0,5 0 0 0,5 1-1 15,-2 1 31-15,5 0 0 0,-1 4 0 0,-3 0 0 0,3 1-52 16,-3 3 0-16,12-2-1 0,4 4 2 0,6-3 51 15,0 3 0-15,7-4 0 0</inkml:trace>
  <inkml:trace contextRef="#ctx0" brushRef="#br0" timeOffset="866.85">4803 8869 878 0,'17'-4'0'16,"18"-2"0"-16,-1 0 46 0,-7 2 1 0,27 0 1 16,11 2-1-16,11-6-47 0,15 2 0 0,-7 6 0 15,-4 0 0-15,7 0 28 0,-1 2 1 0,8-4 0 0,4 2 0 16,5-6-29-16,-1 4 0 0,9-2 0 0,-2-2 0 16,3 0 37-16,5-1 0 0,-1 3 0 0,5-6 2 15,0 0-39-15,0 0 0 0,9 0 0 0,4-2 0 16,-1 0 52-16,3 2 0 0,4 0 1 0,-4 0-1 15,4 2-52-15,2-3 0 0,3 1 0 16,-5-4 0-16,6-4 58 0,-4 4 1 0,0 2-1 0,0 2 0 16,-2-4-58-16,0 4 0 0,-4 0 0 0,-6-5 0 0,1 5 26 15,-5 0 2-15,4-2-2 0,-3 4 1 0,-2 2-27 16,1 0 0-16,-5-2 0 0,0 0 0 0,0 2-22 16,-4-4 0-16,-12 6 0 0,-9-6-1 0,-6 2 23 0,-10-1 0 15,-9 1 0-15,-5 2 0 0,-7 0-107 0,-11 0 0 16,-10 0 0-16,-7 4 1 0,-16 0 106 0,-3 0 0 15,-5 0 0-15</inkml:trace>
  <inkml:trace contextRef="#ctx0" brushRef="#br0" timeOffset="1448.89">5110 9861 1092 0,'0'0'0'0,"0"0"0"0,0 0 59 0,0 0-1 0,0 0 0 0,30 12 2 0,-14 0-60 16,-1 7 0-16,12-3 0 0,5 6 0 0,9 2 13 16,-1 2 1-16,0-10-1 0,-9-1 1 0,9-5-14 15,-4 0 0-15,9-2 0 0,4 2 0 0,9-6 5 0,1 2 1 16,3-2 0-16,-3-4 0 0,6 0-6 0,1 2 0 15,8-2 0-15,3 0 0 0,7-2 53 0,-1-2 1 16,7 0-1-16,-4 0 1 0,4 2-54 0,0-6 0 16,10 2 0-16,-4 2 0 0,0 2 35 0,2-4 0 15,7 4 0-15,1 2 0 0,3 0-35 0,-2 0 0 16,2-2 0-16,3 0 0 0,-3 0 16 0,2-4 0 0,0 2 1 16,1-3-1-16,-1-1-16 0,0 0 0 0,8 0 0 15,-2-4 0-15,0-4 28 0,7 0 0 0,-7 2 0 16,-2 2 0-16,4 2-28 0,-6-3 0 0,0 3 0 15,1 2 0-15,-3 2 35 0,2-4 0 0,-6 6-1 16,-1-2 1-16,-1-2-35 0,-3 4 0 0,-1 4 0 16,-3 4 0-16,-10 4-5 0,6-2 0 0,-13 8 0 15,-1-4 0-15,-5 4 5 0,-8 1 0 0,4 5 0 16,-2 0 0-16,-2 4-147 0,-2-4 0 0,-1 0 0 0</inkml:trace>
  <inkml:trace contextRef="#ctx0" brushRef="#br0" timeOffset="3133.22">2962 11785 1745 0,'0'0'0'16,"0"0"0"-16,0 0-118 0,0 0 1 0,23 0-1 15,-2-6 0-15,14-4 118 0,-3 2 0 0,16 0 0 16,-2 2 0-16,10 0 11 0,0 0 1 0,3 0-1 16,-2 2 2-16,7 2-13 0,1 0 0 0,6 0 0 15,6 2 0-15,3-2-6 0,4 0-1 0,7 4 1 16,1 0 1-16,9 2 5 0,3 2 0 0,1-2 0 0,-3 0 0 15,9 0-12-15,0 0 1 0,-1 2-1 0,1 2 1 16,4 0 11-16,-4 0 0 0,15 0 0 0,1 0 0 16,9 0 19-16,0 0 1 0,8-2 1 0,2 0-1 15,5-2-20-15,1 0 0 0,5 3 0 0,4-5 0 16,6-2 41-16,-2 0 0 0,15 2 0 0,-2 0 1 0,8-4-42 16,4 0 0-16,-4 2 0 0,-4-2 0 0,4-3 55 15,-4 3 1-15,4 0 1 0,-2 2-1 0,-2 0-56 16,4 0 0-16,-9 2 0 0,-1 5 0 0,-3-3-4 0,-3 2 1 15,5 0-1-15,-5 0 1 0,5 2 3 16,-1 0 0-16,7 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30:37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6607 8020 833 0,'0'0'0'15,"0"0"0"-15,33 14 44 0,-18-6 1 0,6 8-1 16,4 9 2-16,0 1-46 0,5 4 0 0,-5-4 0 16,-5-2 0-16,-3-1 52 0,-2-1 0 0,-1-2 1 15,-3 2-1-15,-1-2-52 0,-1 7 0 0,1-11 0 0,5-2 0 16,1-4 47-16,-1 4 2 0,0-10-2 0,4-4 1 15,-3 0-48-15,5-4 0 0,9-10 0 0,5-6 0 16,5-9 28-16,1 3 1 0,12-20 1 16,3 4-1-16,5-19-29 0,0 1 0 0,18-5 0 0,-2-4 0 0,7-5 38 15,4-5 0-15,-3 9 1 0,-1 3-1 0,-3 2-38 16,1-1 0-16,2 1 0 0,-3-1 0 0,-1 3 33 16,1 1 0-16,-1 7 0 0,-5 7 1 0,-2 4-34 15,-2 5 0-15,-8 3 0 0,-11 4 0 0,-6 1-41 0,-6 5 1 16,-7 8 0-16,-2 2 0 0,-14 6 40 0,0 4 0 15,-11 4 0-15</inkml:trace>
  <inkml:trace contextRef="#ctx0" brushRef="#br0" timeOffset="599.69">6317 9127 720 0,'0'0'0'0,"0"0"0"0,0 0 27 15,0 0 0-15,0 0 0 0,0 0 2 0,0 0-29 16,0 0 0-16,0 0 0 0,0 0 0 0,0 0 17 0,0 0 1 15,0 0-1-15,0 0 1 0,0 0-18 16,21 20 0-16,-11-8 0 0,5 3 0 0,3 3 4 0,5 2 1 16,-8-2-1-16,0-2 1 0,-9-2-5 0,4 0 0 15,-1 0 0-15,1 1 0 0,-1-3 30 0,3 2 1 16,-6 0 1-16,3 0-1 0,-5 0-31 0,2 2 0 16,3-6 0-16,-3 0 0 0,0 1 31 0,0-3 0 0,1-2 0 15,3 0 2-15,-4-4-33 0,-1-2 0 0,5-2 0 16,2-2 0-16,7-4 68 0,0 0 1 0,8-13 0 15,3-5 0-15,3-6-69 0,3 0 0 0,9-11 0 16,-5 1 0-16,6-12 50 0,4-1 0 0,5 1-1 16,7-1 2-16,3-1-51 0,2-3 0 0,-4 9 0 15,-1 5 0-15,-3-3 0 0,-1 4 0 0,1 3 0 16,-3 5 0-16,3 2 0 0,-7 1 0 0,-2 9 0 16,-4-4 0-16,-2 6-86 0,-4 4 1 0,-4 4 0 15,-1-1 0-15,-6 5 85 0,-2 2 0 0,-4 6 0 16</inkml:trace>
  <inkml:trace contextRef="#ctx0" brushRef="#br0" timeOffset="1282.96">6655 10343 833 0,'0'0'0'0,"0"0"0"0,0 0 38 16,0 0 1-16,15 22 0 0,-9-7 1 0,-2 7-40 15,-2 2 0-15,2 0 0 0,1-2 0 0,-5 2 34 16,4 1 0-16,-4-3 0 0,0-2 0 0,0 0-34 15,0 0 0-15,0-1 0 0,2-3 0 0,2 0 58 0,-4 0-1 16,2-10 0-16,2 6 2 0,-1-2-59 16,-1-2 0-16,6-4 0 0,-2 4 0 0,3-8 26 0,-1 0 0 15,9-4 0-15,4-2 1 0,10-6-27 0,-2 0 0 16,3-6 0-16,-1-6 0 0,4-11 30 0,3 1 0 16,2-2-1-16,0 2 1 0,8-1-30 0,0-3 0 15,-2-2 0-15,0-3 0 0,0-1 12 16,2-5 1-16,-2 3-1 0,0 2 1 0,0-3-13 0,0 1 0 0,-3 4 0 15,-3 5 0-15,0-1-13 0,-2 2 1 0,-3 7 0 16,-6 5 0-16,-4 4 12 0,-4 4 0 0,-2 8 0 16,-4-2 0-16,-5 4-135 0,-3 4 2 0,1 2-1 15</inkml:trace>
  <inkml:trace contextRef="#ctx0" brushRef="#br0" timeOffset="1816.84">6269 11840 585 0,'0'0'0'15,"0"0"0"-15,0 0-3 0,0 0 1 16,0 0-1-16,0 0 1 0,25 20 2 0,-19-12 0 15,4 0 0-15,3 4 0 0,2 4 38 0,1 2 1 0,-7-4 1 16,1-2-1-16,-4 1-39 0,0 1 0 0,3 2 0 16,-3 2 0-16,3-2 67 0,-3 2 1 0,4 0-1 15,3 3 1-15,3 3-68 0,-1-2 0 0,-4-2 0 16,3-2 0-16,1-2 49 0,0-2 1 0,7-1 1 16,-3-3-1-16,2-2-50 0,4 0 0 0,5-8 0 15,-1-4 0-15,4-8 90 0,-1-2 1 0,14-9-1 16,-3-7 2-16,4-8-92 0,3-1 0 0,12-13 0 15,-3 0 0-15,8-13 55 0,2-1 2 0,-2-5-1 16,2 4 0-16,2-3-56 0,4-3 0 0,-4 5 0 16,6 3 0-16,1 1 15 0,1 3-1 0,-4 1 0 0,3-1 0 15,-5 5-14-15,2-1 0 0,-6 5 0 0,-8 7 0 16,-1 5-127-16,-5 2 0 0,-5 1 0 0</inkml:trace>
  <inkml:trace contextRef="#ctx0" brushRef="#br0" timeOffset="3085.23">1566 10083 314 0,'0'0'0'0,"46"-28"0"0,-11 2 15 0,-1 3-1 16,3-3 0-16,7-6 0 0,8-4-14 0,-2 1 0 16,5-3 0-16,1 0 0 0,3-3-64 0,3 3 2 15,3-2 0-15</inkml:trace>
  <inkml:trace contextRef="#ctx0" brushRef="#br0" timeOffset="3573.04">1607 10980 574 0,'0'0'0'0,"61"-42"0"0,-17 10 72 0,-7 4 2 16,9-3-2-16,3 1 2 0,7-4-74 0,3 0 0 0,3-11 0 15,1 5 0-15,-2-9 1 0,7 3 1 16,-9 6-1-16,-3 7 1 0,-7 3-2 0,1 2 0 0,0 4 0 16</inkml:trace>
  <inkml:trace contextRef="#ctx0" brushRef="#br0" timeOffset="3916.21">1402 12384 799 0,'0'0'0'0,"0"0"0"0,19-2 49 0,-14 2-1 15,20-14 0-15,6-4 1 0,9-10-49 0,4-5 0 16,-3 1 0-16,-1 0 0 0,6-3-19 0,0-1 1 16,-2-6 0-16,2-3 0 0,4-5 18 0,2-4 0 15,-2 1 0-15</inkml:trace>
  <inkml:trace contextRef="#ctx0" brushRef="#br0" timeOffset="4299.71">1102 8288 934 0,'0'0'0'0,"22"14"0"0,-7-6 2 0,-6 5 0 16,18-7 0-16,12 4 1 0,7-2-3 0,3 2 0 16,7-14 0-16,0-6 0 0,3-4-87 0,8-7 0 15,10-3 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7664" units="cm"/>
          <inkml:channel name="Y" type="integer" max="10496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17.62238" units="1/cm"/>
          <inkml:channelProperty channel="Y" name="resolution" value="586.3687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04T23:30:53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2111 5913 630 0,'0'0'0'16,"0"0"0"-16,0 0 11 0,0 0 0 16,34 8 1-16,-9-2-1 0,12 4-11 0,3 2 0 15,-9 0 0-15,-3-6 0 0,-1 2 17 0,2-2 1 16,-2 0 0-16,6 2 0 0,-1-6-18 0,3 4 0 0,-1 0 0 16,1-6 0-16,7 0 13 0,-2 0 1 0,4 2-1 15,6-2 1-15,0 0-14 0,2 0 0 0,3 0 0 16,-1-2 0-16,3-6 25 0,3 4 0 0,7 2 0 15,2-4 0-15,6 2-25 0,1 0 0 0,3 0 0 16,-2 2 0-16,3-6 42 0,5 2 2 0,-5 6-1 16,1-4 0-16,-5 4-43 0,5 0 0 0,5-2 0 15,0-4 0-15,5 0 17 0,3 4 0 0,-6-6 0 16,6 2 1-16,-4-2-18 0,0 2 0 0,6-13 0 16,-4 3 0-16,-2-4 9 0,0 0-1 0,-4-6 0 15,-1 4 1-15,1-5-9 0,-6 5 0 0,1-8 0 0,3 2 0 16,-5 0 28-16,0-1 1 0,-9-3 0 0,0 4 0 15,-13-2-29-15,2-3 0 0,-3-1 0 0,0 2 0 16,-3 1 26-16,-1-3-1 0,-12 2 0 0,-3 2 1 16,-8-3-26-16,1 5 0 0,-9-4 0 0,2 2 0 15,-7 3 38-15,-5-1 1 0,-1-4 1 0,-6 4-1 0,-8-7-39 16,0 3 0-16,-4 2 0 0,-1-2 0 0,-10-1 16 16,3-3 1-16,-9 0 0 0,-2-3 0 0,-5-3-17 15,-5 0 0-15,-3 1 0 0,-6 9 0 0,0 2 18 16,-4 0 1-16,-3-1-1 0,-3-3 1 0,0 2-19 15,-3-2 0-15,-2 3 0 0,-5 5 0 0,-1-6-6 0,-2 4 0 16,-2 5 0-16,-3-5 0 0,-3 2 6 16,2 4 0-16,-9 2 0 0,-3 3 0 0,1 7-30 0,-4 2 2 15,-10 2 0-15,3 0 0 0,-3 6 28 0,-2 0 0 16,-3 6 0-16,3-4 0 0,-3 6-30 0,1 2 1 16,3 5-1-16,-5-1 1 0,5 0 29 0,1 6 0 0,-6 8 0 15,9 4 0-15,-3-1-16 0,-2 7 1 0,-1 0 0 16,7 7 0-16,-4-3 15 0,2 6 0 0,3-1 0 15,4 3 0-15,5 3-21 0,-4-5 1 0,10 9 0 16,-1 1-1-16,10 1 21 0,2 5 0 0,4-5 0 16,4-1 0-16,11-4-98 0,-2 3-1 0,8 3 1 15,0-3 0-15,7 3 98 0,3 1 0 0,7-7 0 16</inkml:trace>
  <inkml:trace contextRef="#ctx0" brushRef="#br0" timeOffset="1249.32">2615 6693 574 0,'0'0'0'0,"0"0"0"0,0 0-26 15,0 0 1-15,0 0-1 0,0 0 0 0,23 8 26 16,-17-6 0-16,4 4 0 0,-1 0 0 0,3 0-20 15,-3 2 1-15,3-2-1 0,-3 0 1 0,1-6 19 16,-1 7 0-16,1-5 0 0,-4 4 0 0,0-6 35 0,-3 2 0 16,3 2 1-16,0 2 0 0,3-4-36 0,-5 4 0 15,8-4 0-15,-3 2 0 0,7-4 53 0,-7 0 1 16,3 0 1-16,1 2-1 0,-1 0-54 0,3 2 0 16,4 2 0-16,-3-6 0 0,-1 0 45 0,4 2 2 15,0 2-1-15,-3 0 0 0,1 2-46 0,2 0 0 0,0 2 0 16,-3 2 0-16,5-2 22 0,-2 2 1 0,2 0 0 15,4-3 0-15,-6 1-23 0,6-2 0 0,0 0 0 16,6 2 0-16,-5-2 20 0,5 2 1 16,2-2 0-16,3-2 0 0,0 0-21 0,5 2 0 0,-3-4 0 15,2 2 0-15,3-2 8 0,-3 4 0 0,8-6 0 16,3 0 0-16,3 0-8 0,2 0 0 0,-1 0 0 16,-5-4 0-16,2 4 9 0,-2-2-1 0,5 0 0 15,1 2 1-15,3-6-9 0,-3 6 0 0,2-6 0 16,1 4 0-16,-5-2 8 0,7 2 0 0,0-2 0 15,-1 2 0-15,1-4-8 0,-1 0 0 0,1 0 0 0,-2 4 0 16,3 0 5-16,-3 0 0 0,3-2 0 0,3 4 0 16,-6-6-5-16,6 6 0 0,-3 0 0 0,3 0 0 0,0 0 7 15,0 2 1-15,0 2-1 0,6-4 1 0,-3 2-8 16,2 0 0-16,-4 0 0 0,3 0 0 0,-4 4 2 16,0-4 0-16,2 2 0 0,8 0 0 0,0 0-2 15,1 2 0-15,-5-4 0 0,2 2 0 16,-2 4 9-16,0-2 0 0,4-2 0 0,-2 2 1 0,5-2-10 15,-7 2 0-15,6 2 0 0,-2-2 0 0,-1-4 5 16,1 4 1-16,-2 1-1 0,6-3 0 0,-6 0-5 16,5 2 0-16,-3-4 0 0,5 2 0 0,-3 0 7 0,4 0 1 15,-1 2-1-15,-3-6 1 0,3 0-8 0,-1 0 0 16,2 2 0-16,-1 2 0 0,-3-4 10 0,1 0 1 16,3 2-1-16,5 0 1 0,-5-2-11 0,1 0 0 15,6 4 0-15,-5-2 0 0,1 2-6 0,2 0 1 16,-1-2-1-16,-3-2 1 0,-1-4 5 0,-1 2 0 0,5 2 0 15,-1 0 0-15,8 2-1 0,-8 0 1 0,3-2 0 16,-1 0 0-16,-2-2 0 0,3 0 0 0,-5 4 0 16,0 2 0-16,1 4-1 0,-3 0 1 0,1-2-1 15,0-6 1-15,-3 2 0 0,1 2 0 0,-5-4 0 16,1 4 0-16,-6 0 7 0,2 2 1 0,-6-6 0 16,-1 0 0-16,-1 2-8 0,-6 2 0 0,-1-4 0 15,2 2 0-15,-10 0-4 0,5 2 0 0,-7-4 0 16,-2 2 1-16,-3 3 3 0,-1-5 0 0,-6 0 0 0,-1 2 0 15,-4 0 2-15,-2 0 1 0,-4 0 0 0,-2 4 0 16,-10 0-3-16,3 2 0 0,-3-6 0 0,-1 2 0 16,-3-4-36-16,-1 2 0 0,0 2-1 0,-4 4 1 15,-2-2 36-15,0-2 0 0,-2 6 0 0</inkml:trace>
  <inkml:trace contextRef="#ctx0" brushRef="#br0" timeOffset="2683.47">2387 8623 551 0,'0'0'0'0,"0"0"0"0,0 0 15 0,0 0 1 16,0 0-1-16,15 16 1 0,-11-10-16 0,-2 0 0 15,2 0 0-15,2 0 0 0,-1 2-23 0,5-2 0 16,-4 3 0-16,3-3 1 0,1-2 22 0,0 0 0 15,5 2 0-15,-4-4 0 0,3-2 13 0,5 0 1 16,2 2-1-16,4 0 1 0,0-4-14 0,6 0 0 0,-6 2 0 16,5 2 0-16,-3-4 27 0,2 0 0 0,5 2 1 15,-3 2 0-15,0-2-28 0,3 0 0 0,6 0 0 16,1 0 0-16,5-2 22 0,0 2 1 16,4 0-1-16,-1 0 1 0,1 0-23 0,2 0 0 0,4 2 0 15,-3 0 0-15,9-2 25 0,-7 0 2 0,5 2-1 16,1 0 0-16,4-2-26 0,-3 0 0 0,1 0 0 15,4 2 0-15,2 2-6 0,2-4 0 0,0 0 0 16,4 0 1-16,7 0 5 0,-1-4 0 0,3 4 0 16,-4 4 0-16,1-4-2 0,3 0 0 0,3 0 0 0,3 0 0 15,-4 2 2-15,6 2 0 0,4-4 0 0,-2 0 0 16,6 0-5-16,-5-6 1 0,11 2 0 0,-1 4 0 0,-1 0 4 16,5 0 0-16,-1-2 0 0,1 0 0 0,2 2 3 15,-2 0 1-15,2-2-1 0,5 0 1 0,0 2-4 16,0 0 0-16,4 0 0 0,-3 0 0 0,4 0 20 15,4 0 0-15,1 2 0 0,-1 0 1 0,3 0-21 16,1 4 0-16,3-6 0 0,-2 2 0 0,-3-2 18 16,3 4 1-16,6-2 1 0,-1 4-1 0,1 0-19 15,0 0 0-15,6-4 0 0,-2-2 0 0,2-4 25 0,3 2 1 16,-5 0 0-16,-4 2 0 0,1 0-26 0,-1 0 0 16,4 0 0-16,2-4 0 0,3 4 24 0,-3-2 2 15,-2 0-2-15,2 2 1 0,-2 0-25 0,2 0 0 16,-6-2 0-16,4 0 0 0,-4 2 18 0,-4-2 1 15,3-2-1-15,-7 2 1 0,0-2-19 0,-1-2 0 16,-6-2 0-16,-6 2 0 0,-4 2 14 0,0-2 1 16,-5-5 1-16,-1 3-1 0,-7-2-15 0,2 0 0 0,-6 2 0 15,-4 6 0-15,-2-8 21 0,-4 2 0 0,-7 2 0 16,-2 0 1-16,-6 2-22 0,-4 0 0 0,-10 0 0 16,3 2 0-16,-8-2 11 0,-6 4 0 0,-4 0 0 15,0 0 1-15,-13 2-12 0,-4 2 0 0,2 0 0 16,-8 0 0-16,-3 2-83 0,-3 2 0 0,-3 0 0 15</inkml:trace>
  <inkml:trace contextRef="#ctx0" brushRef="#br0" timeOffset="6067.01">4619 9706 562 0,'0'0'0'16,"0"0"0"-16,-8-20 10 0,4 14 1 0,-2-10-1 16,-3-9 1-16,-1-5-11 0,-1-4 0 0,3 8 0 15,2 5 0-15,1 5 21 0,-1 2 1 0,-4-2 0 16,5-2 0-16,-3 2-22 0,-2 2 0 0,3-2 0 16,-1-5 0-16,0-3 30 0,-1 2 1 0,5 6 0 15,-2-4 0-15,-4 6-31 0,5-5 0 0,-5 1 0 16,-5 0 0-16,-1 2 33 0,1 4-1 0,6-4 0 0,-7 0 1 15,1 2-33-15,0-5 0 0,-5 9 0 16,5-6 0-16,-4 2 26 0,4 0 1 0,-7 4-1 0,-3-2 1 16,1 4-27-16,-7-2 0 0,2 0 0 0,2 1 0 0,-3-3 31 15,-5 4 1-15,4-4 0 0,-3 4 1 16,-1-2-33-16,1 0 0 0,-3 4 0 0,1-2 0 0,-4-4 42 16,0 4 1-16,-1-2 0 0,1 2 1 0,0-1-44 15,-1 3 0-15,-3-4 0 0,0 0 0 0,2 0 8 16,-2 0 1-16,-2 0 0 0,2 2 0 0,2 2-9 15,-2-4 0-15,-2 4 0 0,0 2 0 0,-2-4 56 0,0 4 1 16,4 2-1-16,-2-2 1 0,5 2-57 0,1 2 0 16,-4 0 0-16,4 2 0 0,3 2 4 0,7-4 0 15,-9 2 0-15,-1 4 1 0,4 0-5 0,-3 0 0 16,7 8 0-16,3 0 0 0,4 2 2 0,-2 2 1 16,2 2-1-16,-4 1 2 0,3-1-4 0,1-2 0 15,5 2 0-15,-1 0 0 0,6-2-19 0,2 3 1 0,-3-1 0 16,5 2 1-16,-3 4 17 0,5-4 0 0,3 5 0 15,-5-5 0-15,7 4 11 0,-6 0 1 16,4 2-1-16,3 5 1 0,1-1-12 0,-2 2 0 0,4 0 0 16,4 3 0-16,7-1-11 0,-1 0 1 0,-5 3-1 15,5-5 1-15,3 2 10 0,-1 3 0 0,1-3 0 16,3 0 0-16,-1 3-35 0,0 1 0 0,6 0-1 16,-1 3 1-16,5-1 35 0,1 4 0 0,3-5 0 15,2-1 0-15,-4-2-16 0,7 7 0 0,6-11 0 0,1 4 0 16,-1 1 16-16,4 1 0 0,2-6 0 0,-6 2 0 15,6-1-19-15,0-5 1 0,2 2-2 0,4-2 2 16,2 3 18-16,-6-1 0 0,5-6 0 0,3 0 0 16,3-1-1-16,-1-1 1 0,1-2-1 0,-3 2 1 15,3-4 0-15,-3 1 0 0,3-11 0 0,3 2 0 0,-1-8-1 16,2-2 0-16,-5-2 0 0,-2-2 0 0,3-2 1 16,-3-6 0-16,-1-2 0 0,-1-7 0 0,-2-3 11 15,-3 0 0-15,1-4 1 0,-4-4 0 0,0-7-12 16,-2 1 0-16,-1-4 0 0,-3 1 0 0,-2-5 39 0,-3 0 0 15,1-3 0-15,-5 5 1 0,3-5-40 16,-9 1 0-16,2 0 0 0,-2-3 0 0,-2 1 12 0,-2-2 0 16,-5 1 0-16,-7 1 1 0,-3 1-13 0,0-1 0 15,-3 4 0-15,-3-3 0 0,-5 1 43 0,-3 1 0 16,-3 1 1-16,1 2-1 0,-9-1-43 0,-2 3 0 16,-4 4 0-16,-2 1 0 0,-2 7-6 0,-2 2 0 0,-5 6 0 15,-4 6 0-15,0 4 6 0,-8 2 0 0,-10 8 0 16,-1 4 0-16,-10 10-123 0,-2 0 1 0,-6 10 1 15</inkml:trace>
  <inkml:trace contextRef="#ctx0" brushRef="#br0" timeOffset="7050.53">2820 11634 1847 0,'0'0'0'0,"0"0"0"0,0 0-243 0,21 8 2 16,-17-4-1-16,2-2 1 0,-2-2 241 0,-2 0 0 15,2 2 0-15,1 0 0 0,-1 0-13 0,6 0 0 16,-5-2 0-16,1 0 1 0,4 2 12 0,-1-2 0 16,1 0 0-16,-2 2 0 0,5 0-15 0,-1 0 1 15,7-2 0-15,0 0 0 0,6 2 14 0,-4-2 0 16,-2-2 0-16,2 0 0 0,-2 2-19 0,2 0 0 15,1-2 0-15,2 0 1 0,5 0 18 0,-2 0 0 16,2 0 0-16,-4 0 0 0,0 0 29 0,-4 0 0 0,9 0 0 16,-1 0 1-16,2 2-30 0,0-4 0 0,3 2 0 15,1 0 0-15,1-2 4 0,0 2 1 0,3-2-1 16,-3-2 1-16,4 0-5 0,-5 2 0 0,7-4 0 16,2 4 0-16,-3-3 15 0,-1 1 0 0,4 0 0 15,-2 2 0-15,2-4-15 0,2 2 0 0,0 0 0 16,-2 0 0-16,6 0 1 0,-4 0 0 0,0 0 0 15,4 0 0-15,-4 2-1 0,2-2 0 0,4-2 0 16,-2 0 0-16,1 2 12 0,3 0 0 0,-4-2 0 16,2-1 0-16,3 3-12 0,-1 0 0 0,2 0 0 15,-1-4 0-15,3 0 0 0,1 0 0 0,1 0 0 0,1 0 0 16,4 0 0-16,0 2 0 0,6-6 0 0,4 4 0 0,2-1-55 16,1-1 0-16,5-2-1 0,1 2 1 0,2-2 55 15,4 0 0-15,6 2 0 0</inkml:trace>
  <inkml:trace contextRef="#ctx0" brushRef="#br0" timeOffset="12368.62">3022 9323 551 0,'-21'-14'0'0,"-12"-13"0"16,0 1 54-16,5 4 2 0,-7 4-1 0,2 0 0 15,3 0-55-15,-5-1 0 0,5 1 0 0,-5 2 0 0,1 0 47 16,-1 2 1-16,-1 2-1 0,1 2 1 0,-5-2-48 16,3 6 0-16,-3-2 0 0,0 1 0 15,-4 1 27-15,4 4 0 0,-6 2 0 0,0 2 0 0,-4 6-27 16,-6 3 0-16,6-3 0 0,0 4 0 0,-5 4 23 0,3 2 1 15,-5 4-1-15,1 0 2 0,-5 7-25 16,1 1 0-16,3-2 0 0,-3 6 0 0,8 7 26 16,-5-7 0-16,9 6 0 0,-6 1 0 0,2 5-26 0,6 0 0 15,-7 7 0-15,-3 5 0 0,4 3-16 0,-5 1 1 16,9 5 0-16,-2 1 0 0,4 3 15 0,-2 2 0 16,2-3 0-16,-4 1 0 0,0 1-7 0,3 5 1 15,8 0 0-15,14-1 0 0,0 3 6 0,8 2 0 16,-2-1 0-16,-6-3 0 0,4 4-12 15,6 1 1-15,-1 3-1 0,-1 0 0 0,5 1 12 0,1 1 0 0,1 8 0 16,3-4 0-16,1 3 13 0,4 5 0 0,4-4 0 16,2 2 0-16,5 2-13 0,3-3 0 0,3 5 0 15,-1 0 0-15,1-2 7 0,2 2 1 0,2 0-1 16,-3-3 1-16,-3-3-8 0,3 2 0 16,-1-4 0-16,0 0 0 0,-5-3 11 0,1 1 0 0,12-8 0 15,4-5 1-15,8-5-12 0,1 0 0 0,-7-5 0 0,1 1 0 16,-5-3-2-16,6 1 0 0,0-9 0 0,-6-5 1 15,5-7 1-15,-1-2 0 0,6 5 0 0,-3-1 0 16,3-1 9-16,-1 1 0 0,3 0 0 16,3 5 0-16,4-1-9 0,-2 1 0 0,2-1 0 0,-3-1 0 15,3 1 4-15,-2-4 0 0,4-1 0 0,2 1 1 0,2-1-5 16,1 1 0-16,1-4 0 0,2 1 0 0,-2-5 1 16,3 2 2-16,-1-5-2 0,2 1 1 0,-5-6-2 15,7 1 0-15,-3-3 0 0,-3-2 0 0,4 2 6 16,-1 0 1-16,-1-1-1 0,-2 5 1 0,-2 0-7 15,1-1 0-15,3 1 0 0,7-2 0 0,-1 0-7 0,-1 3 0 16,3-3 0-16,-7 4 0 0,7-1 7 0,-3 3 0 16,6-2 0-16,0 4 0 0,10 1-1 0,-8-3 0 15,8 0-1-15,-8-1 1 0,8-1 1 0,-4-2 0 16,9 3 0-16,-1-3 0 0,2-4 3 0,1 2-1 16,2 1 0-16,1-1 0 0,-3 0-2 0,3-2 0 15,1-1 0-15,-6-1 0 0,5-4 0 0,1 2 0 0,4 1 0 16,2-1 0-16,8 0 0 0,-4 2 0 0,0-6 0 15,3 1 0-15,3-3 20 0,-2 0 0 0,7 2 0 16,2-2 0-16,4 0-20 0,0 1 0 0,1-3 0 16,-3-2 0-16,2 4 35 0,0 0 0 0,2-2 1 15,0-2 0-15,2 1-36 0,2 1 0 0,-2 0 0 16,4 2 0-16,-1-2-2 0,1 4 0 0,4-1 0 16,1-1 1-16,1-2 1 0,3 4 0 0,1-4 0 15,-1 2 0-15,2-1 14 0,3-3 1 0,6 0-1 16,-1 2 1-16,8-2-15 0,2 0 0 0,-3-4 0 0,3 0 0 15,1-3 22-15,5 1 1 0,-3-2 0 16,0 0 0-16,5-2-23 0,-3 2 0 0,6-2 0 0,0 0 0 16,6 0 5-16,0-2 0 0,-1 4 0 0,1 0 0 15,2 0-5-15,1 0 0 0,3 0 0 0,1 0 0 0,5 0 12 16,1 1 0-16,-4-3 0 0,1 2 0 0,-1-4-12 16,-3 4 0-16,3-2 0 0,2 0 0 0,1 0-3 15,1 0 1-15,2-2 0 0,-4 2 0 0,6-2 2 16,-1 0 0-16,1 0 0 0,-4-2 0 0,4-4-9 15,0 0 1-15,2 2-1 0,-4 0 1 0,4-2 8 16,0 0 0-16,0-2 0 0,2 0 0 0,6-4-13 0,-3 0 0 16,1-4 0-16,-4 2 0 0,2-2 13 0,1-2 0 15,-1-3 0-15,8-1 0 0,-3-2 29 0,3 2 1 16,-3-10-1-16,-3-3 1 0,4-1-30 0,-5-4 0 16,7 0 0-16,-1-5 0 0,7-3 24 0,-3-1 2 0,-4-1-2 15,-3-4 1-15,2-1-25 0,-3-1 0 16,1-3 0-16,1-3 0 0,1-5-12 0,-2 3 1 0,-8-3 0 15,0-1 0-15,-2-5 11 0,-8 1 0 0,-5-1 0 16,-3-1 0-16,-5-5 3 0,-5 0 1 0,-9-1 0 16,-1 1 0-16,-10-4-4 0,-2 3 0 0,-6-5 0 15,-1-2 0-15,-8 1 16 0,-5-3 0 0,-4-4 0 16,-3-1 0-16,-9-5-16 0,1-2 0 0,-18-2 0 16,-3-2 0-16,-5-6 16 0,-8 3 1 0,-6 1-1 15,-7 0 2-15,-2-2-18 0,-6 0 0 0,-8-2 0 16,-1-2 0-16,-9-4-10 0,-3-1 2 0,-9 1 0 15,-9 0 0-15,-10 2 8 0,-3-2 0 0,-8 2 0 16,-3 2 0-16,-8-2 11 0,-5 2 0 0,-7-2 1 0,-5 0 0 16,-10-2-12-16,-3 3 0 0,-7 1 0 0,-1-4 0 15,-8-4-10-15,0 6-1 0,-15 0 1 0,-4 4 1 0,-8 4 9 16,-6-2 0-16,-1 6 0 0,-4 1 0 0,-4 5 9 16,-3 0 1-16,-8 2 0 0,-3 3 0 0,-5 3-10 15,-4 0 0-15,-4 1 0 0,-4 3 0 0,-7 2 10 16,-5 3 0-16,-5 3 0 0,-2-4 0 0,-5 5-10 15,-1 1 0-15,-7-1 0 0,-1 1 0 0,-1 2 8 16,-4 3 0-16,-6 3 0 0,-4 1 0 0,-2 7-8 16,1-3 0-16,-7 1 0 0,1 3 0 0,-6 4 23 0,0-5 0 15,-8 7 0-15,-6 3 1 0,-3 7-24 0,-2 0 0 16,-5 1 0-16,-1-3 0 0,0 6-3 0,-6-4 0 16,6 7 0-16,-2-1 0 0,4 2 3 0,2 0 0 15,-2 7 0-15,0 1 0 0,1-2-2 0,-3 8 1 16,6-2 0-16,2 4 0 0,1 3 1 0,1 5 0 15,-5-2 0-15,-1 6 0 0,-6 2-5 0,2 4 2 0,2 4 0 16,4 5 0-16,1-1 3 0,-3 4 0 0,5-2 0 16,3 2 0-16,1 0-19 0,3 0 1 0,-7 8 0 15,2 5 0-15,-1 1 18 0,-2 4 0 0,5 7 0 16,0-1 0-16,-1 2 1 0,3 3 0 0,4 5 0 16,0 0 1-16,4 7-2 0,6 1 0 0,-4 5 0 15,3 1 0-15,1 5-35 0,4 0 0 0,3-1-1 16,10 1 1-16,0 3 35 0,5 1 0 0,-1 8 0 15,0-5 0-15,4 7-28 0,-1 4 1 0,10-9 0 16,1 1-1-16,7-4 28 0,1 3 0 0,-1 1 0 0,6-1 0 16,-3 1-68-16,1 2 1 0,13-7-1 0,0 1 1 15,8-2 67-15,2-5 0 0,17 1 0 0</inkml:trace>
  <inkml:trace contextRef="#ctx0" brushRef="#br0" timeOffset="13556.19">22883 9843 1025 0,'0'0'0'0,"0"0"0"16,0 0 43-16,0 0 0 0,0 0 1 0,0 0 0 0,0 0-44 15,-21 16 0-15,11-4 0 0,-3 6 0 0,-1 3 36 16,-3 7 1-16,2-2 0 0,5 2 1 0,4 3-38 16,0 3 0-16,-3 4 0 0,-1-2 0 0,3 3 31 0,-1 3 0 15,-2 5 0-15,1 5 1 0,-1 0-32 16,1 3 0-16,3 1 0 0,0 1 0 0,0 1 17 0,2 3 0 16,-1-3 0-16,-3 1 0 0,2 1-17 0,-1-1 0 15,-1-1 0-15,-2 3 0 0,3-5 22 0,-3 1 0 16,2-3 0-16,1-2 0 0,-1-5-22 0,0 1 0 15,-1-11 0-15,-1-5 0 0,1-8-30 0,-1-6 0 16,2-8 0-16,-1-4 0 0,1-8 30 0,1-4 0 16,-3-4 0-16,-2 0 0 0,-1-6-42 0,-2-4 1 0,-5-12 0 15,-3-3 1-15,-1-11 40 0,-3-3 0 0,2 5 0 16,4 6 0-16,-4-3-9 0,4 3 0 0,-2-8 0 16,2-1-1-16,1-1 10 0,1-2 0 0,2 1 0 15,2-1 0-15,-1-1 8 0,3 3-1 0,1-5 0 16,3 3 0-16,3-2-7 0,-4 3 0 0,5 1 0 15,-1 5 0-15,2-3 53 0,4 4 1 0,0 1 1 16,0 7-1-16,2 6-54 0,4 0 0 0,1 5 0 16,-1 5 0-16,2 2 16 0,0 6 1 0,1 2-1 15,1 2 1-15,-1 6-17 0,-1 0 0 0,13 0 0 0,8 0 0 16,9 6 43-16,2 2 0 0,6 12 0 0,2 6 0 16,4 9-43-16,4 3 0 0,19 10 0 0,11 7 0 15,8 5 32-15,5 5-1 0,20 16 0 0,0 5 0 0,15 15-31 16,6 2 0-16,10 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702D-2AC0-43E1-F2F6-F35A3352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19BB8-2C5F-4602-ABAE-47306CFBF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294F-CB41-A409-D991-4BEBAB7B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5990E-D11C-D407-685B-E43AE8CD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8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02: </a:t>
            </a:r>
            <a:r>
              <a:rPr lang="en-CA" dirty="0"/>
              <a:t>Web Components and Composition</a:t>
            </a:r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Describe the core features of Web Components</a:t>
            </a:r>
          </a:p>
          <a:p>
            <a:pPr marL="971550" lvl="1" indent="-514350"/>
            <a:r>
              <a:rPr lang="en-US" dirty="0"/>
              <a:t>Explain composition as a UI design principle</a:t>
            </a:r>
          </a:p>
          <a:p>
            <a:pPr marL="971550" lvl="1" indent="-514350"/>
            <a:r>
              <a:rPr lang="en-US" dirty="0"/>
              <a:t>Refactor a monolithic HTML page into multiple components</a:t>
            </a:r>
          </a:p>
          <a:p>
            <a:pPr marL="971550" lvl="1" indent="-514350"/>
            <a:r>
              <a:rPr lang="en-US" dirty="0"/>
              <a:t>Evaluate when composition improves maintainability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32EB42-551B-BC71-89F4-1E86AF4B40E4}"/>
                  </a:ext>
                </a:extLst>
              </p14:cNvPr>
              <p14:cNvContentPartPr/>
              <p14:nvPr/>
            </p14:nvContentPartPr>
            <p14:xfrm>
              <a:off x="1167120" y="517680"/>
              <a:ext cx="9948600" cy="294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32EB42-551B-BC71-89F4-1E86AF4B40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7760" y="508320"/>
                <a:ext cx="9967320" cy="296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review of Web Components</a:t>
            </a:r>
          </a:p>
          <a:p>
            <a:r>
              <a:rPr lang="en-US" dirty="0"/>
              <a:t>Introduce composition</a:t>
            </a:r>
          </a:p>
          <a:p>
            <a:r>
              <a:rPr lang="en-US" dirty="0"/>
              <a:t>Instructor-led refactor demo</a:t>
            </a:r>
          </a:p>
          <a:p>
            <a:r>
              <a:rPr lang="en-US" dirty="0"/>
              <a:t>Student hands-on practice</a:t>
            </a:r>
          </a:p>
          <a:p>
            <a:r>
              <a:rPr lang="en-US" dirty="0"/>
              <a:t>Reflection and discussion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Review: Web Components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already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SDEV1150</a:t>
            </a:r>
          </a:p>
          <a:p>
            <a:pPr lvl="1"/>
            <a:r>
              <a:rPr lang="en-US" dirty="0"/>
              <a:t>Custom elements</a:t>
            </a:r>
          </a:p>
          <a:p>
            <a:pPr lvl="1"/>
            <a:r>
              <a:rPr lang="en-US" dirty="0"/>
              <a:t>Shadow DOM</a:t>
            </a:r>
          </a:p>
          <a:p>
            <a:pPr lvl="1"/>
            <a:r>
              <a:rPr lang="en-US" dirty="0"/>
              <a:t>Templates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Today we focus less on </a:t>
            </a:r>
            <a:r>
              <a:rPr lang="en-US" i="1" dirty="0"/>
              <a:t>syntax</a:t>
            </a:r>
            <a:r>
              <a:rPr lang="en-US" dirty="0"/>
              <a:t> and more on </a:t>
            </a:r>
            <a:r>
              <a:rPr lang="en-US" i="1" dirty="0"/>
              <a:t>structure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DAE060-3B36-08C9-6D19-77EA5040852D}"/>
                  </a:ext>
                </a:extLst>
              </p14:cNvPr>
              <p14:cNvContentPartPr/>
              <p14:nvPr/>
            </p14:nvContentPartPr>
            <p14:xfrm>
              <a:off x="3094200" y="1404720"/>
              <a:ext cx="7497720" cy="209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DAE060-3B36-08C9-6D19-77EA504085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4840" y="1395360"/>
                <a:ext cx="7516440" cy="21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Composition?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large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file does everything</a:t>
            </a:r>
          </a:p>
          <a:p>
            <a:r>
              <a:rPr lang="en-US" dirty="0"/>
              <a:t>Hard to reason about</a:t>
            </a:r>
          </a:p>
          <a:p>
            <a:r>
              <a:rPr lang="en-US" dirty="0"/>
              <a:t>Difficult to reuse</a:t>
            </a:r>
          </a:p>
          <a:p>
            <a:r>
              <a:rPr lang="en-US" dirty="0"/>
              <a:t>Changes ripple everywhere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Composition is about reducing this friction.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55247E-CD42-F0C8-D33D-9E61B680224E}"/>
                  </a:ext>
                </a:extLst>
              </p14:cNvPr>
              <p14:cNvContentPartPr/>
              <p14:nvPr/>
            </p14:nvContentPartPr>
            <p14:xfrm>
              <a:off x="951840" y="1193400"/>
              <a:ext cx="10365840" cy="3495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55247E-CD42-F0C8-D33D-9E61B68022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80" y="1184040"/>
                <a:ext cx="10384560" cy="351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Is Composition?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in 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the UI into focused pieces</a:t>
            </a:r>
          </a:p>
          <a:p>
            <a:r>
              <a:rPr lang="en-US" dirty="0"/>
              <a:t>Each piece owns one responsibility</a:t>
            </a:r>
          </a:p>
          <a:p>
            <a:r>
              <a:rPr lang="en-US" dirty="0"/>
              <a:t>Build the page by assembling components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No inheritance chains. No giant base classes.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4D6B53-74B1-2CF1-4199-F037DD0F07DB}"/>
                  </a:ext>
                </a:extLst>
              </p14:cNvPr>
              <p14:cNvContentPartPr/>
              <p14:nvPr/>
            </p14:nvContentPartPr>
            <p14:xfrm>
              <a:off x="826920" y="1570320"/>
              <a:ext cx="7225560" cy="188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4D6B53-74B1-2CF1-4199-F037DD0F07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560" y="1560960"/>
                <a:ext cx="7244280" cy="190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Starting Point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Plain HTML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We begin with:</a:t>
            </a:r>
            <a:br>
              <a:rPr lang="en-CA" dirty="0"/>
            </a:br>
            <a:endParaRPr lang="en-CA" dirty="0"/>
          </a:p>
          <a:p>
            <a:r>
              <a:rPr lang="en-CA" dirty="0"/>
              <a:t>A single HTML document</a:t>
            </a:r>
          </a:p>
          <a:p>
            <a:r>
              <a:rPr lang="en-CA" dirty="0"/>
              <a:t>Clear visual sections</a:t>
            </a:r>
          </a:p>
          <a:p>
            <a:r>
              <a:rPr lang="en-CA" dirty="0"/>
              <a:t>No components yet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This makes boundaries visible before abstraction.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B60907-86CA-981C-4BA9-DFECA685FD65}"/>
                  </a:ext>
                </a:extLst>
              </p14:cNvPr>
              <p14:cNvContentPartPr/>
              <p14:nvPr/>
            </p14:nvContentPartPr>
            <p14:xfrm>
              <a:off x="345240" y="1357560"/>
              <a:ext cx="8275320" cy="433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B60907-86CA-981C-4BA9-DFECA685FD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880" y="1348200"/>
                <a:ext cx="8294040" cy="435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Extracting Components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regions to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Examples from today’s demo:</a:t>
            </a:r>
          </a:p>
          <a:p>
            <a:endParaRPr lang="en-US" dirty="0"/>
          </a:p>
          <a:p>
            <a:r>
              <a:rPr lang="en-US" dirty="0"/>
              <a:t>Header</a:t>
            </a:r>
          </a:p>
          <a:p>
            <a:r>
              <a:rPr lang="en-US" dirty="0"/>
              <a:t>Filters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Details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Each region becomes a custom element.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48E397-D476-0576-3D91-D2975B829B3E}"/>
                  </a:ext>
                </a:extLst>
              </p14:cNvPr>
              <p14:cNvContentPartPr/>
              <p14:nvPr/>
            </p14:nvContentPartPr>
            <p14:xfrm>
              <a:off x="396720" y="2485800"/>
              <a:ext cx="2833200" cy="1972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48E397-D476-0576-3D91-D2975B829B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360" y="2476440"/>
                <a:ext cx="2851920" cy="199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Composition Moment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the key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Before:</a:t>
            </a:r>
          </a:p>
          <a:p>
            <a:r>
              <a:rPr lang="en-US" dirty="0"/>
              <a:t>One large HTML file</a:t>
            </a:r>
          </a:p>
          <a:p>
            <a:r>
              <a:rPr lang="en-US" dirty="0"/>
              <a:t>UI details everywhere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After: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en-US" dirty="0"/>
              <a:t> mostly contains custom tags</a:t>
            </a:r>
          </a:p>
          <a:p>
            <a:r>
              <a:rPr lang="en-US" dirty="0"/>
              <a:t>Components own markup and logic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page now describes </a:t>
            </a:r>
            <a:r>
              <a:rPr lang="en-US" i="1" dirty="0"/>
              <a:t>assembly</a:t>
            </a:r>
            <a:r>
              <a:rPr lang="en-US" dirty="0"/>
              <a:t>, not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2447F9-24BF-E4EF-1F16-A6B86F9CCE2D}"/>
                  </a:ext>
                </a:extLst>
              </p14:cNvPr>
              <p14:cNvContentPartPr/>
              <p14:nvPr/>
            </p14:nvContentPartPr>
            <p14:xfrm>
              <a:off x="141480" y="1500480"/>
              <a:ext cx="8707320" cy="470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2447F9-24BF-E4EF-1F16-A6B86F9CCE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120" y="1491120"/>
                <a:ext cx="8726040" cy="472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Why This Matters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Clearer structure</a:t>
            </a:r>
          </a:p>
          <a:p>
            <a:r>
              <a:rPr lang="en-US" dirty="0"/>
              <a:t>Easier maintenance</a:t>
            </a:r>
          </a:p>
          <a:p>
            <a:r>
              <a:rPr lang="en-US" dirty="0"/>
              <a:t>Better reuse</a:t>
            </a:r>
          </a:p>
          <a:p>
            <a:r>
              <a:rPr lang="en-US" dirty="0"/>
              <a:t>Scales to larger apps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same idea appears in React, Vue, and other frameworks.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Design Still Matters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follow user intent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Controls should live near what they affect</a:t>
            </a:r>
          </a:p>
          <a:p>
            <a:r>
              <a:rPr lang="en-CA" dirty="0"/>
              <a:t>Boundaries are design decisions</a:t>
            </a:r>
          </a:p>
          <a:p>
            <a:r>
              <a:rPr lang="en-CA" dirty="0"/>
              <a:t>Architecture serves usability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Good composition starts with good UX.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</a:t>
            </a:r>
            <a:r>
              <a:rPr lang="en-CA" b="1" i="1" dirty="0"/>
              <a:t>Not</a:t>
            </a:r>
            <a:r>
              <a:rPr lang="en-CA" b="1" dirty="0"/>
              <a:t> Doing Yet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Deliberate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 complex state management</a:t>
            </a:r>
          </a:p>
          <a:p>
            <a:r>
              <a:rPr lang="en-CA" dirty="0"/>
              <a:t>No heavy inter-component communication</a:t>
            </a:r>
          </a:p>
          <a:p>
            <a:r>
              <a:rPr lang="en-CA" dirty="0"/>
              <a:t>No frameworks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Today is about structure first.</a:t>
            </a:r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an existing HTML document into components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Identify and create well-defined web components.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Complete the walkthrough with the instructor.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Extract at least three components.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Reassemble the page using custom elements.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EF19-97C3-110D-D413-DAD88ACC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A88-3511-B674-6008-7EE2DAA0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Reflection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097248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31CB-5565-8864-278C-73E1E74F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5ABC-A6DF-353E-7853-938CD290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23BE1-7471-6164-5950-27494B39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became easier after refactoring?</a:t>
            </a:r>
          </a:p>
          <a:p>
            <a:r>
              <a:rPr lang="en-CA" dirty="0"/>
              <a:t>What became harder?</a:t>
            </a:r>
          </a:p>
          <a:p>
            <a:r>
              <a:rPr lang="en-CA" dirty="0"/>
              <a:t>Where did composition help most?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There are no perfect answers.</a:t>
            </a:r>
          </a:p>
        </p:txBody>
      </p:sp>
    </p:spTree>
    <p:extLst>
      <p:ext uri="{BB962C8B-B14F-4D97-AF65-F5344CB8AC3E}">
        <p14:creationId xmlns:p14="http://schemas.microsoft.com/office/powerpoint/2010/main" val="3371425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the core features of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composition as a UI design principle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Refactor a monolithic HTML page into multiple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Evaluate when composition improves maintainability</a:t>
            </a:r>
          </a:p>
          <a:p>
            <a:pPr marL="514373" indent="-514350"/>
            <a:r>
              <a:rPr lang="en-CA" dirty="0"/>
              <a:t>Complete lesson 2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“One benefit of composition is ___.”</a:t>
            </a:r>
          </a:p>
          <a:p>
            <a:r>
              <a:rPr lang="en-US" dirty="0"/>
              <a:t>“One </a:t>
            </a:r>
            <a:r>
              <a:rPr lang="en-CA" dirty="0"/>
              <a:t>situation where composition might add complexity</a:t>
            </a:r>
          </a:p>
          <a:p>
            <a:r>
              <a:rPr lang="en-US" dirty="0"/>
              <a:t> is ___.”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16486</TotalTime>
  <Words>481</Words>
  <Application>Microsoft Office PowerPoint</Application>
  <PresentationFormat>Widescreen</PresentationFormat>
  <Paragraphs>126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Review: Web Components</vt:lpstr>
      <vt:lpstr>What you already know</vt:lpstr>
      <vt:lpstr>Why Composition?</vt:lpstr>
      <vt:lpstr>The problem with large components</vt:lpstr>
      <vt:lpstr>What Is Composition?</vt:lpstr>
      <vt:lpstr>Composition in UI design</vt:lpstr>
      <vt:lpstr>Starting Point</vt:lpstr>
      <vt:lpstr>Plain HTML first</vt:lpstr>
      <vt:lpstr>Extracting Components</vt:lpstr>
      <vt:lpstr>From regions to components</vt:lpstr>
      <vt:lpstr>The Composition Moment</vt:lpstr>
      <vt:lpstr>This is the key shift</vt:lpstr>
      <vt:lpstr>Why This Matters</vt:lpstr>
      <vt:lpstr>Benefits of composition</vt:lpstr>
      <vt:lpstr>Design Still Matters</vt:lpstr>
      <vt:lpstr>Components follow user intent</vt:lpstr>
      <vt:lpstr>What We Are Not Doing Yet</vt:lpstr>
      <vt:lpstr>Deliberate scope</vt:lpstr>
      <vt:lpstr>Hands-on Practice</vt:lpstr>
      <vt:lpstr>Reflection</vt:lpstr>
      <vt:lpstr>Think about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Baljeet Kaur</cp:lastModifiedBy>
  <cp:revision>45</cp:revision>
  <dcterms:created xsi:type="dcterms:W3CDTF">2025-05-09T22:20:28Z</dcterms:created>
  <dcterms:modified xsi:type="dcterms:W3CDTF">2026-09-04T23:42:23Z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