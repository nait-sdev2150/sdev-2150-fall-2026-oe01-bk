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43" r:id="rId9"/>
    <p:sldId id="342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4" r:id="rId19"/>
    <p:sldId id="345" r:id="rId20"/>
    <p:sldId id="295" r:id="rId21"/>
    <p:sldId id="258" r:id="rId22"/>
    <p:sldId id="28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/>
    <p:restoredTop sz="94679"/>
  </p:normalViewPr>
  <p:slideViewPr>
    <p:cSldViewPr snapToGrid="0">
      <p:cViewPr varScale="1">
        <p:scale>
          <a:sx n="121" d="100"/>
          <a:sy n="121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58AE-DEED-BC57-6253-696256AE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DBE22-9D5B-5966-0EA6-85F9746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1F618-0C8C-26E0-0CF1-90EC2F5C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35597-1F79-E4C0-22A0-04F83E6E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583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2E75-D6E9-AF40-79FD-BBF2AE7E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D9E8F-1DEE-EFDC-0F2E-E5EF66A1A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E6843-AC39-91E1-04D7-F037F87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7C37E-2DCA-C71C-77B6-850E14E58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549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C68D8-5029-44B0-9BEB-989EF24C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1E9D1-1434-C973-2FF8-146670A08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E37711-1B9F-F054-72E5-97949C760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7876A-5B44-A6F3-8327-A418824EA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4451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09: Component Composition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Explain the principles of component composition in React</a:t>
            </a:r>
          </a:p>
          <a:p>
            <a:pPr marL="971550" lvl="1" indent="-514350"/>
            <a:r>
              <a:rPr lang="en-US" dirty="0"/>
              <a:t>Differentiate between presentational and container components</a:t>
            </a:r>
          </a:p>
          <a:p>
            <a:pPr marL="971550" lvl="1" indent="-514350"/>
            <a:r>
              <a:rPr lang="en-US" dirty="0"/>
              <a:t>Build complex UIs by composing multiple smaller components together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Recap: components as building blocks</a:t>
            </a:r>
          </a:p>
          <a:p>
            <a:r>
              <a:rPr lang="en-US" dirty="0"/>
              <a:t>Composition vs inheritance</a:t>
            </a:r>
          </a:p>
          <a:p>
            <a:r>
              <a:rPr lang="en-US" dirty="0"/>
              <a:t>Presentational vs container components</a:t>
            </a:r>
          </a:p>
          <a:p>
            <a:r>
              <a:rPr lang="en-US" dirty="0"/>
              <a:t>Composition at different levels (feature, page)</a:t>
            </a:r>
          </a:p>
          <a:p>
            <a:r>
              <a:rPr lang="en-US" dirty="0"/>
              <a:t>Practice and peer review</a:t>
            </a:r>
          </a:p>
          <a:p>
            <a:r>
              <a:rPr lang="en-US" dirty="0"/>
              <a:t>Exit ticket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Recap and shift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 lessons</a:t>
            </a:r>
          </a:p>
          <a:p>
            <a:pPr lvl="1"/>
            <a:r>
              <a:rPr lang="en-US" dirty="0"/>
              <a:t>props, children, and small-scale component reuse</a:t>
            </a:r>
          </a:p>
          <a:p>
            <a:r>
              <a:rPr lang="en-US" dirty="0"/>
              <a:t>Today</a:t>
            </a:r>
          </a:p>
          <a:p>
            <a:pPr lvl="1"/>
            <a:r>
              <a:rPr lang="en-US" dirty="0"/>
              <a:t>composition as a strategy for building maintainable UIs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Today we zoom out and focus on how components fit together.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you ever reused a UI element in multiple contexts?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Yes, I copied/pasted it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Yes, I made it reusable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Not yet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Not sure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What Is Composition?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3932-1F51-8F04-4501-BFDA6393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UI from pieces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9AD5-7EEF-A6B5-9788-0A900F26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small, focused components</a:t>
            </a:r>
          </a:p>
          <a:p>
            <a:r>
              <a:rPr lang="en-US" dirty="0"/>
              <a:t>Combine them to create larger UI structures</a:t>
            </a:r>
          </a:p>
          <a:p>
            <a:r>
              <a:rPr lang="en-US" dirty="0"/>
              <a:t>Prefer clarity and reuse over big monolithic components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Composition is about assembly.</a:t>
            </a:r>
          </a:p>
        </p:txBody>
      </p:sp>
    </p:spTree>
    <p:extLst>
      <p:ext uri="{BB962C8B-B14F-4D97-AF65-F5344CB8AC3E}">
        <p14:creationId xmlns:p14="http://schemas.microsoft.com/office/powerpoint/2010/main" val="312801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Composition Over Inheritance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9576-5427-0ADA-10F4-865ACD2F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519A-A233-24D7-52BE-831AD2B5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React prefers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EC3-94B8-5AF7-B03D-628C50C5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Inheritance creates rigid hierarchies</a:t>
            </a:r>
          </a:p>
          <a:p>
            <a:r>
              <a:rPr lang="en-US" dirty="0"/>
              <a:t>Composition stays flexible</a:t>
            </a:r>
          </a:p>
          <a:p>
            <a:r>
              <a:rPr lang="en-US" dirty="0"/>
              <a:t>Reuse comes from assembling components, not subclassing them</a:t>
            </a:r>
          </a:p>
        </p:txBody>
      </p:sp>
    </p:spTree>
    <p:extLst>
      <p:ext uri="{BB962C8B-B14F-4D97-AF65-F5344CB8AC3E}">
        <p14:creationId xmlns:p14="http://schemas.microsoft.com/office/powerpoint/2010/main" val="2446176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4B37-6330-3D14-994A-856BB88E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D9DD-B0CB-06AD-DA6C-A16CABA6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Presentational Components</a:t>
            </a:r>
          </a:p>
        </p:txBody>
      </p:sp>
    </p:spTree>
    <p:extLst>
      <p:ext uri="{BB962C8B-B14F-4D97-AF65-F5344CB8AC3E}">
        <p14:creationId xmlns:p14="http://schemas.microsoft.com/office/powerpoint/2010/main" val="334159169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0AB4-581D-3B24-E768-6DC3BCB7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on how things 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Receive data via props</a:t>
            </a:r>
          </a:p>
          <a:p>
            <a:r>
              <a:rPr lang="en-US" dirty="0"/>
              <a:t>Render markup and styles</a:t>
            </a:r>
          </a:p>
          <a:p>
            <a:r>
              <a:rPr lang="en-US" dirty="0"/>
              <a:t>No knowledge of where data comes from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List items</a:t>
            </a:r>
          </a:p>
          <a:p>
            <a:r>
              <a:rPr lang="en-US" dirty="0"/>
              <a:t>Cards or panels</a:t>
            </a:r>
          </a:p>
          <a:p>
            <a:r>
              <a:rPr lang="en-US" dirty="0"/>
              <a:t>Headers and footers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1F8D-058A-8175-F2A7-5821479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7730-3BB5-F427-473C-7B248991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Container Components</a:t>
            </a:r>
          </a:p>
        </p:txBody>
      </p:sp>
    </p:spTree>
    <p:extLst>
      <p:ext uri="{BB962C8B-B14F-4D97-AF65-F5344CB8AC3E}">
        <p14:creationId xmlns:p14="http://schemas.microsoft.com/office/powerpoint/2010/main" val="746458785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0565-C5D2-B494-7F34-B87C4F83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on how things are assembled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Decide what renders</a:t>
            </a:r>
          </a:p>
          <a:p>
            <a:r>
              <a:rPr lang="en-US" dirty="0"/>
              <a:t>Coordinate multiple components</a:t>
            </a:r>
          </a:p>
          <a:p>
            <a:r>
              <a:rPr lang="en-US" dirty="0"/>
              <a:t>Pass data down through props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Feature-level components</a:t>
            </a:r>
          </a:p>
          <a:p>
            <a:r>
              <a:rPr lang="en-US" dirty="0"/>
              <a:t>Page-level components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Component Roles Review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B89F-1AB9-8574-CCFA-ADBF88B7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3954-8CB9-D9D6-3E5A-0D923583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 your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859-94EF-C7E0-B65A-C84A04C86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Layout components </a:t>
            </a:r>
            <a:r>
              <a:rPr lang="en-US" dirty="0"/>
              <a:t>decide </a:t>
            </a:r>
            <a:r>
              <a:rPr lang="en-US" i="1" dirty="0"/>
              <a:t>where things go</a:t>
            </a:r>
          </a:p>
          <a:p>
            <a:r>
              <a:rPr lang="en-US" b="1" dirty="0"/>
              <a:t>Container components </a:t>
            </a:r>
            <a:r>
              <a:rPr lang="en-US" dirty="0"/>
              <a:t>decide </a:t>
            </a:r>
            <a:r>
              <a:rPr lang="en-US" i="1" dirty="0"/>
              <a:t>what things exist </a:t>
            </a:r>
          </a:p>
          <a:p>
            <a:r>
              <a:rPr lang="en-US" b="1" dirty="0"/>
              <a:t>Presentational components </a:t>
            </a:r>
            <a:r>
              <a:rPr lang="en-US" dirty="0"/>
              <a:t>decide </a:t>
            </a:r>
            <a:r>
              <a:rPr lang="en-US" i="1" dirty="0"/>
              <a:t>how things look</a:t>
            </a:r>
          </a:p>
        </p:txBody>
      </p:sp>
    </p:spTree>
    <p:extLst>
      <p:ext uri="{BB962C8B-B14F-4D97-AF65-F5344CB8AC3E}">
        <p14:creationId xmlns:p14="http://schemas.microsoft.com/office/powerpoint/2010/main" val="1830162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F754A-20FE-414B-C65B-7CE7CF3AD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AA11-BF6A-1715-536B-5BA212A3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Brief Mention</a:t>
            </a:r>
          </a:p>
        </p:txBody>
      </p:sp>
    </p:spTree>
    <p:extLst>
      <p:ext uri="{BB962C8B-B14F-4D97-AF65-F5344CB8AC3E}">
        <p14:creationId xmlns:p14="http://schemas.microsoft.com/office/powerpoint/2010/main" val="2294084082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E34D-A20E-9F6D-7977-8792D5E9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720F-F01C-BD7A-5453-1CC9D6C3B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composition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AD9C7-2F6E-E67D-3F19-19E9FD221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Higher-Order Components (HOCs)</a:t>
            </a:r>
          </a:p>
          <a:p>
            <a:r>
              <a:rPr lang="en-US" dirty="0"/>
              <a:t>Render props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You'll see them in older codebases.</a:t>
            </a:r>
          </a:p>
          <a:p>
            <a:pPr marL="0" indent="0">
              <a:buNone/>
            </a:pPr>
            <a:r>
              <a:rPr lang="en-US" dirty="0"/>
              <a:t>Our primary focus is modern component composition.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1335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/>
              <a:t>Exercise: Refactor an existing component-based app to make use of layout and presentational components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Enhance maintainability and scalability of a React app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Identify repeated layout or structure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Extract a reusable presentational component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Refactor feature components to use it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Simplify top-level component structure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Explain the principles of component composition in React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Differentiate between presentational and container components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Build complex UIs by composing multiple smaller components together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514373" indent="-514350"/>
            <a:r>
              <a:rPr lang="en-CA" dirty="0"/>
              <a:t>Complete </a:t>
            </a:r>
            <a:r>
              <a:rPr lang="en-CA"/>
              <a:t>lesson 9 </a:t>
            </a:r>
            <a:r>
              <a:rPr lang="en-CA" dirty="0"/>
              <a:t>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“One advantage of composition over inheritance”</a:t>
            </a:r>
          </a:p>
          <a:p>
            <a:r>
              <a:rPr lang="en-US" dirty="0"/>
              <a:t>“Provide a short example of composition from your code”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16747</TotalTime>
  <Words>434</Words>
  <Application>Microsoft Macintosh PowerPoint</Application>
  <PresentationFormat>Widescreen</PresentationFormat>
  <Paragraphs>101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Recap and shift</vt:lpstr>
      <vt:lpstr>Quick Poll</vt:lpstr>
      <vt:lpstr>Have you ever reused a UI element in multiple contexts?</vt:lpstr>
      <vt:lpstr>What Is Composition?</vt:lpstr>
      <vt:lpstr>Building a UI from pieces</vt:lpstr>
      <vt:lpstr>Composition Over Inheritance</vt:lpstr>
      <vt:lpstr>Why React prefers composition</vt:lpstr>
      <vt:lpstr>Presentational Components</vt:lpstr>
      <vt:lpstr>Focus on how things look</vt:lpstr>
      <vt:lpstr>Container Components</vt:lpstr>
      <vt:lpstr>Focus on how things are assembled</vt:lpstr>
      <vt:lpstr>Component Roles Review</vt:lpstr>
      <vt:lpstr>Know your role</vt:lpstr>
      <vt:lpstr>Brief Mention</vt:lpstr>
      <vt:lpstr>Other composition patterns</vt:lpstr>
      <vt:lpstr>Hands-on Practice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120</cp:revision>
  <dcterms:created xsi:type="dcterms:W3CDTF">2025-05-09T22:20:28Z</dcterms:created>
  <dcterms:modified xsi:type="dcterms:W3CDTF">2026-02-04T22:30:41Z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