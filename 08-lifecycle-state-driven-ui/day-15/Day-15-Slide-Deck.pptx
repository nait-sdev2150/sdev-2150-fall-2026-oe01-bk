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59" r:id="rId15"/>
    <p:sldId id="354" r:id="rId16"/>
    <p:sldId id="338" r:id="rId17"/>
    <p:sldId id="339" r:id="rId18"/>
    <p:sldId id="340" r:id="rId19"/>
    <p:sldId id="341" r:id="rId20"/>
    <p:sldId id="360" r:id="rId21"/>
    <p:sldId id="344" r:id="rId22"/>
    <p:sldId id="345" r:id="rId23"/>
    <p:sldId id="350" r:id="rId24"/>
    <p:sldId id="351" r:id="rId25"/>
    <p:sldId id="355" r:id="rId26"/>
    <p:sldId id="356" r:id="rId27"/>
    <p:sldId id="295" r:id="rId28"/>
    <p:sldId id="346" r:id="rId29"/>
    <p:sldId id="347" r:id="rId30"/>
    <p:sldId id="352" r:id="rId31"/>
    <p:sldId id="353" r:id="rId32"/>
    <p:sldId id="258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/>
    <p:restoredTop sz="94679"/>
  </p:normalViewPr>
  <p:slideViewPr>
    <p:cSldViewPr snapToGrid="0">
      <p:cViewPr>
        <p:scale>
          <a:sx n="60" d="100"/>
          <a:sy n="60" d="100"/>
        </p:scale>
        <p:origin x="403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E377-78FE-89CA-A292-A2A76CA8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7326D-31AA-5CEB-3968-06A630459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B4BDA-0179-0AD6-8DF8-61E4CFABE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92BAC-CE8E-FA7A-6E22-705D6FC82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18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8E1-CFB3-E514-037C-0D9EB85C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B811A-8E62-B324-96DB-CF0E1E19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FE502-8165-8795-BAB4-02799F2C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331AA-91E9-594B-447C-C7314640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008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1061-B3B4-3075-D6CC-384EE576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ABF58-C5BE-4C82-9508-4F3618AAF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D7B29-1E8A-1696-AB82-3EB621384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C46EC-9337-68F0-1C0E-21EDBCD83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10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B26D-ED03-36BA-A204-FC4CE1A7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9AA55-340B-36B0-CB24-76332E6E9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B92A5-EFC3-A738-612D-42846F1FA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5788-C98A-3E27-43D0-82B0E241E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459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15: Understanding React Hooks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how React tracks hooks internally</a:t>
            </a:r>
          </a:p>
          <a:p>
            <a:r>
              <a:rPr lang="en-US" dirty="0"/>
              <a:t>Describe and apply the Rules of Hooks</a:t>
            </a:r>
          </a:p>
          <a:p>
            <a:r>
              <a:rPr lang="en-US" dirty="0"/>
              <a:t>Differentiate built-in hooks from custom hooks</a:t>
            </a:r>
          </a:p>
          <a:p>
            <a:r>
              <a:rPr lang="en-US" dirty="0"/>
              <a:t>Build a reusable custom hook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Review: Functional components and state</a:t>
            </a:r>
          </a:p>
          <a:p>
            <a:r>
              <a:rPr lang="en-US" dirty="0"/>
              <a:t>Why hooks exist</a:t>
            </a:r>
          </a:p>
          <a:p>
            <a:r>
              <a:rPr lang="en-US" dirty="0"/>
              <a:t>Rules of Hooks</a:t>
            </a:r>
          </a:p>
          <a:p>
            <a:r>
              <a:rPr lang="en-US" dirty="0"/>
              <a:t>How React tracks hook calls</a:t>
            </a:r>
          </a:p>
          <a:p>
            <a:r>
              <a:rPr lang="en-US" dirty="0"/>
              <a:t>Building a custom hook</a:t>
            </a:r>
          </a:p>
          <a:p>
            <a:r>
              <a:rPr lang="en-US" dirty="0"/>
              <a:t>Applying a custom hook in our project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components are just functions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/>
              <a:t> allows them to remember values</a:t>
            </a:r>
          </a:p>
          <a:p>
            <a:r>
              <a:rPr lang="en-US" dirty="0"/>
              <a:t>State updates trigger re-renders</a:t>
            </a:r>
          </a:p>
          <a:p>
            <a:endParaRPr lang="en-US" dirty="0"/>
          </a:p>
          <a:p>
            <a:r>
              <a:rPr lang="en-US" dirty="0"/>
              <a:t>Question: How does React remember which state belongs to which call?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Hooks Exist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Duplicated state leads to inconsistency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Before hooks: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Class components managed state</a:t>
            </a:r>
          </a:p>
          <a:p>
            <a:r>
              <a:rPr lang="en-US" dirty="0"/>
              <a:t>Lifecycle methods handled side effects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Hooks allow: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State in functional components</a:t>
            </a:r>
          </a:p>
          <a:p>
            <a:r>
              <a:rPr lang="en-US" dirty="0"/>
              <a:t>Logic reuse without classes</a:t>
            </a:r>
          </a:p>
          <a:p>
            <a:r>
              <a:rPr lang="en-US" dirty="0"/>
              <a:t>Cleaner separation of concerns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Rules of Hooks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Only call hooks at the top level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Only call hooks inside React functions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React relies on call order consistency.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How React Tracks Hooks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React does not track hooks by name.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tracks them by order.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Change the order and React associates state incorrectly.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cap="none" dirty="0"/>
              <a:t>WHAT BREAKS HOOKS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648"/>
            <a:ext cx="10515600" cy="43458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Calling hooks inside: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Conditionals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Nested functions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Breaks consistent call order.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 (condition)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 // this wont’ work!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8BED-9514-CE12-E79B-40B68B78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2EE-95F1-3F01-6560-77A3A9E5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Built-in vs Custom Hooks</a:t>
            </a:r>
          </a:p>
        </p:txBody>
      </p:sp>
    </p:spTree>
    <p:extLst>
      <p:ext uri="{BB962C8B-B14F-4D97-AF65-F5344CB8AC3E}">
        <p14:creationId xmlns:p14="http://schemas.microsoft.com/office/powerpoint/2010/main" val="173911519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50" y="1187669"/>
            <a:ext cx="7191500" cy="43248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Built-in hooks:</a:t>
            </a:r>
          </a:p>
          <a:p>
            <a:endParaRPr lang="en-US" dirty="0"/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endParaRPr lang="en-US" dirty="0"/>
          </a:p>
          <a:p>
            <a:r>
              <a:rPr lang="en-US" sz="2900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useEffect:</a:t>
            </a:r>
            <a:r>
              <a:rPr lang="en-US" dirty="0" err="1"/>
              <a:t>used</a:t>
            </a:r>
            <a:r>
              <a:rPr lang="en-US" dirty="0"/>
              <a:t> to </a:t>
            </a:r>
            <a:r>
              <a:rPr lang="en-US" b="1" dirty="0"/>
              <a:t>run code after a component renders (updates the page)</a:t>
            </a:r>
            <a:r>
              <a:rPr lang="en-US" dirty="0"/>
              <a:t>.</a:t>
            </a:r>
          </a:p>
          <a:p>
            <a:r>
              <a:rPr lang="en-US" sz="2900" dirty="0" err="1">
                <a:latin typeface="Consolas" panose="020B0609020204030204" pitchFamily="49" charset="0"/>
                <a:cs typeface="Consolas" panose="020B0609020204030204" pitchFamily="49" charset="0"/>
              </a:rPr>
              <a:t>useRef:</a:t>
            </a:r>
            <a:r>
              <a:rPr lang="en-US" dirty="0" err="1"/>
              <a:t>used</a:t>
            </a:r>
            <a:r>
              <a:rPr lang="en-US" dirty="0"/>
              <a:t> to </a:t>
            </a:r>
            <a:r>
              <a:rPr lang="en-US" b="1" dirty="0"/>
              <a:t>store a value that persists between renders without causing re-render</a:t>
            </a:r>
            <a:r>
              <a:rPr lang="en-US" dirty="0"/>
              <a:t>.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Custom hooks:</a:t>
            </a:r>
          </a:p>
          <a:p>
            <a:endParaRPr lang="en-US" dirty="0"/>
          </a:p>
          <a:p>
            <a:r>
              <a:rPr lang="en-US" dirty="0"/>
              <a:t>Regular functions</a:t>
            </a:r>
          </a:p>
          <a:p>
            <a:r>
              <a:rPr lang="en-US" dirty="0"/>
              <a:t>Start with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endParaRPr lang="en-US" dirty="0"/>
          </a:p>
          <a:p>
            <a:r>
              <a:rPr lang="en-US" dirty="0"/>
              <a:t>Call other hooks</a:t>
            </a:r>
          </a:p>
          <a:p>
            <a:r>
              <a:rPr lang="en-US" dirty="0"/>
              <a:t>Encapsulate reusable logic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A7654A-3268-A829-FB38-22DEFCEB8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1327488"/>
            <a:ext cx="40101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Fetching data from an API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Updating the DOM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Setting timers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Saving data to </a:t>
            </a:r>
            <a:r>
              <a:rPr lang="en-US" altLang="en-US" dirty="0" err="1">
                <a:latin typeface="Arial" panose="020B0604020202020204" pitchFamily="34" charset="0"/>
              </a:rPr>
              <a:t>localStorage</a:t>
            </a:r>
            <a:r>
              <a:rPr lang="en-US" altLang="en-US" dirty="0">
                <a:latin typeface="Arial" panose="020B0604020202020204" pitchFamily="34" charset="0"/>
              </a:rPr>
              <a:t>/</a:t>
            </a:r>
            <a:r>
              <a:rPr lang="en-US" altLang="en-US" dirty="0" err="1">
                <a:latin typeface="Arial" panose="020B0604020202020204" pitchFamily="34" charset="0"/>
              </a:rPr>
              <a:t>sessionStorage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Subscribing to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Custom Hook Pattern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897"/>
            <a:ext cx="10515600" cy="4093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structure: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useSomething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[value,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(null);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[value,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custom hook is just composition of hooks.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Example: </a:t>
            </a:r>
            <a:r>
              <a:rPr lang="en-CA" cap="none" dirty="0" err="1"/>
              <a:t>usetoggle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855"/>
            <a:ext cx="10515600" cy="41356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useToggle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(initial = false)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const [value,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(initial);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function toggle()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=&gt; !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return [value, toggle];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Reusable across multiple components.</a:t>
            </a:r>
          </a:p>
          <a:p>
            <a:pPr marL="0" indent="0">
              <a:buNone/>
            </a:pPr>
            <a:endParaRPr lang="en-US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E0AAF-E49B-87FE-4201-8C7F387F48BD}"/>
              </a:ext>
            </a:extLst>
          </p:cNvPr>
          <p:cNvSpPr txBox="1"/>
          <p:nvPr/>
        </p:nvSpPr>
        <p:spPr>
          <a:xfrm>
            <a:off x="838200" y="548114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main benefit of a custom hook like </a:t>
            </a:r>
            <a:r>
              <a:rPr lang="en-US" b="1" dirty="0" err="1">
                <a:latin typeface="Courier New" panose="02070309020205020404" pitchFamily="49" charset="0"/>
              </a:rPr>
              <a:t>useToggle</a:t>
            </a:r>
            <a:r>
              <a:rPr lang="en-US" dirty="0"/>
              <a:t> is </a:t>
            </a:r>
            <a:r>
              <a:rPr lang="en-US" b="1" dirty="0"/>
              <a:t>reusability and cleaner component code</a:t>
            </a:r>
            <a:r>
              <a:rPr lang="en-US" dirty="0"/>
              <a:t>. Instead of writing the same toggle logic in many components, you </a:t>
            </a:r>
            <a:r>
              <a:rPr lang="en-US" b="1" dirty="0"/>
              <a:t>encapsulate it once and reuse it everywhere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AC0E-6B6B-DED9-A9AE-49C3657B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DA517-5789-4F29-6B4F-E846DA64E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7F007-4D4F-8E85-7752-46C456F462F7}"/>
              </a:ext>
            </a:extLst>
          </p:cNvPr>
          <p:cNvSpPr txBox="1"/>
          <p:nvPr/>
        </p:nvSpPr>
        <p:spPr>
          <a:xfrm>
            <a:off x="1327150" y="996950"/>
            <a:ext cx="86804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Without a Custom Hook</a:t>
            </a:r>
          </a:p>
          <a:p>
            <a:pPr>
              <a:buNone/>
            </a:pPr>
            <a:r>
              <a:rPr lang="en-US" dirty="0"/>
              <a:t>Imagine you need toggle functionality in many components.</a:t>
            </a:r>
          </a:p>
          <a:p>
            <a:pPr>
              <a:buNone/>
            </a:pPr>
            <a:r>
              <a:rPr lang="en-US" dirty="0"/>
              <a:t>Example inside a component: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const [</a:t>
            </a:r>
            <a:r>
              <a:rPr lang="en-US" dirty="0" err="1">
                <a:latin typeface="Courier New" panose="02070309020205020404" pitchFamily="49" charset="0"/>
              </a:rPr>
              <a:t>isOpen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setIsOpen</a:t>
            </a:r>
            <a:r>
              <a:rPr lang="en-US" dirty="0">
                <a:latin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</a:rPr>
              <a:t>(false);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function toggle()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setIsOpen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prev</a:t>
            </a:r>
            <a:r>
              <a:rPr lang="en-US" dirty="0">
                <a:latin typeface="Courier New" panose="02070309020205020404" pitchFamily="49" charset="0"/>
              </a:rPr>
              <a:t> =&gt; !</a:t>
            </a:r>
            <a:r>
              <a:rPr lang="en-US" dirty="0" err="1">
                <a:latin typeface="Courier New" panose="02070309020205020404" pitchFamily="49" charset="0"/>
              </a:rPr>
              <a:t>prev</a:t>
            </a:r>
            <a:r>
              <a:rPr lang="en-US" dirty="0">
                <a:latin typeface="Courier New" panose="02070309020205020404" pitchFamily="49" charset="0"/>
              </a:rPr>
              <a:t>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/>
              <a:t>If you need it in </a:t>
            </a:r>
            <a:r>
              <a:rPr lang="en-US" b="1" dirty="0"/>
              <a:t>10 components</a:t>
            </a:r>
            <a:r>
              <a:rPr lang="en-US" dirty="0"/>
              <a:t>, you repeat this code </a:t>
            </a:r>
            <a:r>
              <a:rPr lang="en-US" b="1" dirty="0"/>
              <a:t>10 times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580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Applying a Custom Hook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BA4-0653-9ED4-4751-5DF80DA9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CEA0-D384-C6B5-E44E-035ACCD98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683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isOpen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toggleOpen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useToggle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(false);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Component stays clean.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Logic lives elsewhere.</a:t>
            </a:r>
          </a:p>
        </p:txBody>
      </p:sp>
    </p:spTree>
    <p:extLst>
      <p:ext uri="{BB962C8B-B14F-4D97-AF65-F5344CB8AC3E}">
        <p14:creationId xmlns:p14="http://schemas.microsoft.com/office/powerpoint/2010/main" val="4100486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6122-5E34-6F12-A68D-829899A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0D17-227C-934E-AAF2-02FCCB2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Lazy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1066761379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126A-E57D-3DC3-8E51-E606AFB1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8BFB-C5BC-76ED-D6BE-F39553689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221"/>
            <a:ext cx="10515600" cy="42723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computeInitialValue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function runs only on initial render.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Useful for: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Reading from storage</a:t>
            </a:r>
          </a:p>
          <a:p>
            <a:r>
              <a:rPr lang="en-US" dirty="0"/>
              <a:t>Expensive computations</a:t>
            </a:r>
          </a:p>
        </p:txBody>
      </p:sp>
    </p:spTree>
    <p:extLst>
      <p:ext uri="{BB962C8B-B14F-4D97-AF65-F5344CB8AC3E}">
        <p14:creationId xmlns:p14="http://schemas.microsoft.com/office/powerpoint/2010/main" val="4164651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97ED-1A86-7595-D23E-F8376E4E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BA97-EC18-0E4E-31EE-2E40D202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This Matters</a:t>
            </a:r>
          </a:p>
        </p:txBody>
      </p:sp>
    </p:spTree>
    <p:extLst>
      <p:ext uri="{BB962C8B-B14F-4D97-AF65-F5344CB8AC3E}">
        <p14:creationId xmlns:p14="http://schemas.microsoft.com/office/powerpoint/2010/main" val="1875263794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B277-4106-5BAB-8F1A-77563C40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BFBC-60C8-98C7-1978-60FBF3C8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345"/>
            <a:ext cx="10515600" cy="414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Custom hooks allow: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Reusable logic</a:t>
            </a:r>
          </a:p>
          <a:p>
            <a:r>
              <a:rPr lang="en-US" dirty="0"/>
              <a:t>Separation of concerns</a:t>
            </a:r>
          </a:p>
          <a:p>
            <a:r>
              <a:rPr lang="en-US" dirty="0"/>
              <a:t>Cleaner components</a:t>
            </a:r>
          </a:p>
          <a:p>
            <a:r>
              <a:rPr lang="en-US" dirty="0"/>
              <a:t>Easier testing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do not create new state types.</a:t>
            </a:r>
          </a:p>
        </p:txBody>
      </p:sp>
    </p:spTree>
    <p:extLst>
      <p:ext uri="{BB962C8B-B14F-4D97-AF65-F5344CB8AC3E}">
        <p14:creationId xmlns:p14="http://schemas.microsoft.com/office/powerpoint/2010/main" val="1119769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Refactor your existing exercise project to make use of a custom hook to track a selected resource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a custom hook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</a:t>
            </a:r>
            <a:r>
              <a:rPr lang="en-CA"/>
              <a:t>hook function.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Call the hook where necessary in the application.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4942-DF43-4262-B18C-CF1D71F0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B497-5A27-6500-0158-068F9E1B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2885888700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C557-F5E2-27E5-0ED5-8A699B75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12DF-2C06-8C47-389B-45419C40C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Calling hooks conditionally</a:t>
            </a:r>
          </a:p>
          <a:p>
            <a:r>
              <a:rPr lang="en-US" dirty="0"/>
              <a:t>Forgetting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en-US" dirty="0"/>
              <a:t> prefix</a:t>
            </a:r>
          </a:p>
          <a:p>
            <a:r>
              <a:rPr lang="en-US" dirty="0"/>
              <a:t>Returning inconsistent shapes</a:t>
            </a:r>
          </a:p>
          <a:p>
            <a:r>
              <a:rPr lang="en-US" dirty="0"/>
              <a:t>Mixing UI logic and reusable logic</a:t>
            </a:r>
          </a:p>
        </p:txBody>
      </p:sp>
    </p:spTree>
    <p:extLst>
      <p:ext uri="{BB962C8B-B14F-4D97-AF65-F5344CB8AC3E}">
        <p14:creationId xmlns:p14="http://schemas.microsoft.com/office/powerpoint/2010/main" val="1293539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must hooks be called unconditionally?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For performance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preserve call order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avoid re-renders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Because React requires it randomly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Explain how React tracks hooks internally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Describe and apply the Rules of Hooks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Differentiate built-in hooks from custom hooks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Build a reusable custom hook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15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hook order matters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makes a function a custom hook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benefit of extracting logic into a hook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18018</TotalTime>
  <Words>745</Words>
  <Application>Microsoft Office PowerPoint</Application>
  <PresentationFormat>Widescreen</PresentationFormat>
  <Paragraphs>184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Consolas</vt:lpstr>
      <vt:lpstr>Courier New</vt:lpstr>
      <vt:lpstr>Day N - PPT 1</vt:lpstr>
      <vt:lpstr>SDEV2150</vt:lpstr>
      <vt:lpstr>Lesson Objectives</vt:lpstr>
      <vt:lpstr>Agenda</vt:lpstr>
      <vt:lpstr>Connecting</vt:lpstr>
      <vt:lpstr>Review</vt:lpstr>
      <vt:lpstr>Why Hooks Exist</vt:lpstr>
      <vt:lpstr>Duplicated state leads to inconsistency</vt:lpstr>
      <vt:lpstr>The Rules of Hooks</vt:lpstr>
      <vt:lpstr>PowerPoint Presentation</vt:lpstr>
      <vt:lpstr>How React Tracks Hooks</vt:lpstr>
      <vt:lpstr>PowerPoint Presentation</vt:lpstr>
      <vt:lpstr>WHAT BREAKS HOOKS</vt:lpstr>
      <vt:lpstr>PowerPoint Presentation</vt:lpstr>
      <vt:lpstr>Built-in vs Custom Hooks</vt:lpstr>
      <vt:lpstr>PowerPoint Presentation</vt:lpstr>
      <vt:lpstr>Custom Hook Pattern</vt:lpstr>
      <vt:lpstr>PowerPoint Presentation</vt:lpstr>
      <vt:lpstr>Example: usetoggle</vt:lpstr>
      <vt:lpstr>PowerPoint Presentation</vt:lpstr>
      <vt:lpstr>PowerPoint Presentation</vt:lpstr>
      <vt:lpstr>Applying a Custom Hook</vt:lpstr>
      <vt:lpstr>PowerPoint Presentation</vt:lpstr>
      <vt:lpstr>Lazy Initialization</vt:lpstr>
      <vt:lpstr>PowerPoint Presentation</vt:lpstr>
      <vt:lpstr>Why This Matters</vt:lpstr>
      <vt:lpstr>PowerPoint Presentation</vt:lpstr>
      <vt:lpstr>Hands-on Practice</vt:lpstr>
      <vt:lpstr>Common Mistakes</vt:lpstr>
      <vt:lpstr>PowerPoint Presentation</vt:lpstr>
      <vt:lpstr>Quick Poll</vt:lpstr>
      <vt:lpstr>Why must hooks be called unconditionally?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Baljeet Kaur</cp:lastModifiedBy>
  <cp:revision>198</cp:revision>
  <dcterms:created xsi:type="dcterms:W3CDTF">2025-05-09T22:20:28Z</dcterms:created>
  <dcterms:modified xsi:type="dcterms:W3CDTF">2026-03-11T16:57:59Z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