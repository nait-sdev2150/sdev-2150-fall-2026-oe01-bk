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43" r:id="rId9"/>
    <p:sldId id="342" r:id="rId10"/>
    <p:sldId id="364" r:id="rId11"/>
    <p:sldId id="334" r:id="rId12"/>
    <p:sldId id="335" r:id="rId13"/>
    <p:sldId id="336" r:id="rId14"/>
    <p:sldId id="337" r:id="rId15"/>
    <p:sldId id="359" r:id="rId16"/>
    <p:sldId id="354" r:id="rId17"/>
    <p:sldId id="338" r:id="rId18"/>
    <p:sldId id="339" r:id="rId19"/>
    <p:sldId id="340" r:id="rId20"/>
    <p:sldId id="341" r:id="rId21"/>
    <p:sldId id="344" r:id="rId22"/>
    <p:sldId id="345" r:id="rId23"/>
    <p:sldId id="350" r:id="rId24"/>
    <p:sldId id="351" r:id="rId25"/>
    <p:sldId id="355" r:id="rId26"/>
    <p:sldId id="356" r:id="rId27"/>
    <p:sldId id="360" r:id="rId28"/>
    <p:sldId id="361" r:id="rId29"/>
    <p:sldId id="362" r:id="rId30"/>
    <p:sldId id="363" r:id="rId31"/>
    <p:sldId id="295" r:id="rId32"/>
    <p:sldId id="258" r:id="rId33"/>
    <p:sldId id="28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3"/>
    <p:restoredTop sz="94679"/>
  </p:normalViewPr>
  <p:slideViewPr>
    <p:cSldViewPr snapToGrid="0">
      <p:cViewPr varScale="1">
        <p:scale>
          <a:sx n="121" d="100"/>
          <a:sy n="12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58AE-DEED-BC57-6253-696256AE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BE22-9D5B-5966-0EA6-85F9746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F618-0C8C-26E0-0CF1-90EC2F5C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5597-1F79-E4C0-22A0-04F83E6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583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E377-78FE-89CA-A292-A2A76CA8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7326D-31AA-5CEB-3968-06A630459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B4BDA-0179-0AD6-8DF8-61E4CFABE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92BAC-CE8E-FA7A-6E22-705D6FC82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4182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E75-D6E9-AF40-79FD-BBF2AE7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D9E8F-1DEE-EFDC-0F2E-E5EF66A1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E6843-AC39-91E1-04D7-F037F87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7C37E-2DCA-C71C-77B6-850E14E5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49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BD5DE-61B2-C42D-9FF0-EB963B15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28A5F-8713-DEDF-062F-EB48EC166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426ED-FAB4-8F85-D551-2A1CA3CFA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67270-9A71-9739-2488-26F6F27E6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3525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78E1-CFB3-E514-037C-0D9EB85CB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B811A-8E62-B324-96DB-CF0E1E19F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FE502-8165-8795-BAB4-02799F2CB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331AA-91E9-594B-447C-C73146406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0008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D1061-B3B4-3075-D6CC-384EE576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ABF58-C5BE-4C82-9508-4F3618AAF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D7B29-1E8A-1696-AB82-3EB621384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C46EC-9337-68F0-1C0E-21EDBCD83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010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5D1BD-A346-E70B-7EAB-523D9BF3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F7836-E2BE-214A-04DC-1746D5320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8481B-19D9-93A0-469B-1AC5258FD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9AEF1-8AE4-FE2B-B886-2184CE3EA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865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FDF2B-1596-2E8A-DB53-E08A1ADBF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269B5-AC0D-BB99-B45F-E4BC75576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13C13-8C0D-9A6A-9F61-E89493D19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12E66-3D7E-4EE4-781F-61E6766CD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82489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16: Component Lifecycle in React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Explain the lifecycle of a functional component</a:t>
            </a:r>
          </a:p>
          <a:p>
            <a:r>
              <a:rPr lang="en-US" dirty="0"/>
              <a:t>Use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/>
              <a:t> to manage side effects</a:t>
            </a:r>
          </a:p>
          <a:p>
            <a:r>
              <a:rPr lang="en-US" dirty="0"/>
              <a:t>Control effect execution using dependency arrays</a:t>
            </a:r>
          </a:p>
          <a:p>
            <a:r>
              <a:rPr lang="en-US" dirty="0"/>
              <a:t>Implement cleanup logic correctly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Review: State-driven rendering</a:t>
            </a:r>
          </a:p>
          <a:p>
            <a:r>
              <a:rPr lang="en-US" dirty="0"/>
              <a:t>Lifecycle mental model</a:t>
            </a:r>
          </a:p>
          <a:p>
            <a:r>
              <a:rPr lang="en-US" dirty="0"/>
              <a:t>What is a side effect?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/>
              <a:t> syntax and patterns</a:t>
            </a:r>
          </a:p>
          <a:p>
            <a:r>
              <a:rPr lang="en-US" dirty="0"/>
              <a:t>Cleanup functions</a:t>
            </a:r>
          </a:p>
          <a:p>
            <a:r>
              <a:rPr lang="en-US" dirty="0"/>
              <a:t>Common mistakes</a:t>
            </a:r>
          </a:p>
          <a:p>
            <a:r>
              <a:rPr lang="en-US" dirty="0"/>
              <a:t>Exit ticket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Review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Components re-render when state changes</a:t>
            </a:r>
          </a:p>
          <a:p>
            <a:r>
              <a:rPr lang="en-US" dirty="0"/>
              <a:t>Rendering should be pure</a:t>
            </a:r>
          </a:p>
          <a:p>
            <a:r>
              <a:rPr lang="en-US" dirty="0"/>
              <a:t>Custom hooks encapsulate logic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Question:</a:t>
            </a:r>
          </a:p>
          <a:p>
            <a:pPr marL="0" indent="0">
              <a:buNone/>
            </a:pPr>
            <a:r>
              <a:rPr lang="en-US" dirty="0"/>
              <a:t>What kinds of tasks happen outside of rendering?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Lifecycle Mental Model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221"/>
            <a:ext cx="10515600" cy="42723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React function components follow a simple loop: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Render</a:t>
            </a:r>
            <a:r>
              <a:rPr lang="en-US" dirty="0"/>
              <a:t> - React calls your function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Commit</a:t>
            </a:r>
            <a:r>
              <a:rPr lang="en-US" dirty="0"/>
              <a:t> - React updates the DOM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Effect</a:t>
            </a:r>
            <a:r>
              <a:rPr lang="en-US" dirty="0"/>
              <a:t> - React runs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Rendering computes UI.</a:t>
            </a:r>
          </a:p>
          <a:p>
            <a:pPr marL="0" indent="0">
              <a:buNone/>
            </a:pPr>
            <a:r>
              <a:rPr lang="en-US" dirty="0"/>
              <a:t>Effects synchronize with the outside world.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Mount, Update, Unmount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9AD5-7EEF-A6B5-9788-0A900F26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Mount</a:t>
            </a:r>
            <a:r>
              <a:rPr lang="en-US" dirty="0"/>
              <a:t> - Component appears in the DOM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Update</a:t>
            </a:r>
            <a:r>
              <a:rPr lang="en-US" dirty="0"/>
              <a:t> - State or props change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Unmount</a:t>
            </a:r>
            <a:r>
              <a:rPr lang="en-US" dirty="0"/>
              <a:t> - Component is removed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Effects allow us to respond to each phase.</a:t>
            </a:r>
          </a:p>
        </p:txBody>
      </p:sp>
    </p:spTree>
    <p:extLst>
      <p:ext uri="{BB962C8B-B14F-4D97-AF65-F5344CB8AC3E}">
        <p14:creationId xmlns:p14="http://schemas.microsoft.com/office/powerpoint/2010/main" val="312801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16DF-863F-D150-78A7-8FD7E202D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Mount, Update, Unmount</a:t>
            </a:r>
          </a:p>
        </p:txBody>
      </p:sp>
      <p:pic>
        <p:nvPicPr>
          <p:cNvPr id="5" name="Content Placeholder 4" descr="A diagram of components on a white board&#10;&#10;AI-generated content may be incorrect.">
            <a:extLst>
              <a:ext uri="{FF2B5EF4-FFF2-40B4-BE49-F238E27FC236}">
                <a16:creationId xmlns:a16="http://schemas.microsoft.com/office/drawing/2014/main" id="{65832D1D-3D73-7250-75E7-1CFFB4D28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6271" y="1825625"/>
            <a:ext cx="7039457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32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What Is a Side Effect?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9576-5427-0ADA-10F4-865ACD2F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EC3-94B8-5AF7-B03D-628C50C5A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4910"/>
            <a:ext cx="10515600" cy="458761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 side effect is any code that: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Reaches outside the component</a:t>
            </a:r>
          </a:p>
          <a:p>
            <a:r>
              <a:rPr lang="en-US" dirty="0"/>
              <a:t>Performs asynchronous work</a:t>
            </a:r>
          </a:p>
          <a:p>
            <a:r>
              <a:rPr lang="en-US" dirty="0"/>
              <a:t>Mutates something external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Fetching data</a:t>
            </a:r>
          </a:p>
          <a:p>
            <a:r>
              <a:rPr lang="en-US" dirty="0"/>
              <a:t>Setting timers</a:t>
            </a:r>
          </a:p>
          <a:p>
            <a:r>
              <a:rPr lang="en-US" dirty="0"/>
              <a:t>Subscribing to events</a:t>
            </a:r>
          </a:p>
          <a:p>
            <a:r>
              <a:rPr lang="en-US" dirty="0"/>
              <a:t>Writing to storage</a:t>
            </a:r>
          </a:p>
        </p:txBody>
      </p:sp>
    </p:spTree>
    <p:extLst>
      <p:ext uri="{BB962C8B-B14F-4D97-AF65-F5344CB8AC3E}">
        <p14:creationId xmlns:p14="http://schemas.microsoft.com/office/powerpoint/2010/main" val="2446176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B37-6330-3D14-994A-856BB88E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D9DD-B0CB-06AD-DA6C-A16CABA6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cap="none" dirty="0"/>
              <a:t>INTRODUCING </a:t>
            </a:r>
            <a:r>
              <a:rPr lang="en-CA" cap="none" dirty="0" err="1"/>
              <a:t>useEffect</a:t>
            </a:r>
            <a:endParaRPr lang="en-CA" cap="none" dirty="0"/>
          </a:p>
        </p:txBody>
      </p:sp>
    </p:spTree>
    <p:extLst>
      <p:ext uri="{BB962C8B-B14F-4D97-AF65-F5344CB8AC3E}">
        <p14:creationId xmlns:p14="http://schemas.microsoft.com/office/powerpoint/2010/main" val="3341591696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648"/>
            <a:ext cx="10515600" cy="43458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Basic structure: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(() =&gt;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 side effect logic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}, [dependencies]);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Runs after rendering</a:t>
            </a:r>
          </a:p>
          <a:p>
            <a:r>
              <a:rPr lang="en-US" dirty="0"/>
              <a:t>Dependency array controls when it re-runs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8BED-9514-CE12-E79B-40B68B78C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22EE-95F1-3F01-6560-77A3A9E54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Dependency Array Patterns</a:t>
            </a:r>
          </a:p>
        </p:txBody>
      </p:sp>
    </p:spTree>
    <p:extLst>
      <p:ext uri="{BB962C8B-B14F-4D97-AF65-F5344CB8AC3E}">
        <p14:creationId xmlns:p14="http://schemas.microsoft.com/office/powerpoint/2010/main" val="1739115192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176-BA29-A6B4-FA31-120A153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B92B-BD69-A233-2C55-51F5EB3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669"/>
            <a:ext cx="10515600" cy="432485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Run once (on mount):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(() =&gt;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 run once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}, []);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Run when value changes: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(() =&gt;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 run when count changes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}, [count]);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Run every render: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(() =&gt;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 no dependency array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423362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F8D-058A-8175-F2A7-5821479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730-3BB5-F427-473C-7B248991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Example: Timer Component</a:t>
            </a:r>
          </a:p>
        </p:txBody>
      </p:sp>
    </p:spTree>
    <p:extLst>
      <p:ext uri="{BB962C8B-B14F-4D97-AF65-F5344CB8AC3E}">
        <p14:creationId xmlns:p14="http://schemas.microsoft.com/office/powerpoint/2010/main" val="746458785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897"/>
            <a:ext cx="10515600" cy="409362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(() =&gt;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const id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setInterval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(() =&gt;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setSeconds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+ 1);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}, 1000);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() =&gt;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clearInterval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(id);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}, []);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Setup on mount.</a:t>
            </a:r>
          </a:p>
          <a:p>
            <a:pPr marL="0" indent="0">
              <a:buNone/>
            </a:pPr>
            <a:r>
              <a:rPr lang="en-US" dirty="0"/>
              <a:t>Cleanup on unmount.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Cleanup Functions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B89F-1AB9-8574-CCFA-ADBF88B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59-94EF-C7E0-B65A-C84A04C86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855"/>
            <a:ext cx="10515600" cy="413567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dirty="0"/>
              <a:t>If your effect: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Creates a subscription</a:t>
            </a:r>
          </a:p>
          <a:p>
            <a:r>
              <a:rPr lang="en-CA" dirty="0"/>
              <a:t>Starts a timer</a:t>
            </a:r>
          </a:p>
          <a:p>
            <a:r>
              <a:rPr lang="en-CA" dirty="0"/>
              <a:t>Registers an event listener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You must clean it up.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return () =&gt; 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cleanup logic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en-US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162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F6F3-B989-7315-DE91-C8358AF4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34F7-E58B-8CD2-A5B6-DC69A2DD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Fetching Data with </a:t>
            </a:r>
            <a:r>
              <a:rPr lang="en-CA" dirty="0" err="1"/>
              <a:t>useEffect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64216461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2BA4-0653-9ED4-4751-5DF80DA9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CEA0-D384-C6B5-E44E-035ACCD98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8276"/>
            <a:ext cx="10515600" cy="500292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Fetching is a side effect because: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happens over time</a:t>
            </a:r>
          </a:p>
          <a:p>
            <a:r>
              <a:rPr lang="en-US" dirty="0"/>
              <a:t>It updates state when complete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Pattern: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(() =&gt;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async function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fetchData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const res = await fetch('/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');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const data = await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res.json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(data);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fetchData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}, []);</a:t>
            </a:r>
          </a:p>
        </p:txBody>
      </p:sp>
    </p:spTree>
    <p:extLst>
      <p:ext uri="{BB962C8B-B14F-4D97-AF65-F5344CB8AC3E}">
        <p14:creationId xmlns:p14="http://schemas.microsoft.com/office/powerpoint/2010/main" val="4100486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6122-5E34-6F12-A68D-829899A5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0D17-227C-934E-AAF2-02FCCB25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Effects Must Be Predictable</a:t>
            </a:r>
          </a:p>
        </p:txBody>
      </p:sp>
    </p:spTree>
    <p:extLst>
      <p:ext uri="{BB962C8B-B14F-4D97-AF65-F5344CB8AC3E}">
        <p14:creationId xmlns:p14="http://schemas.microsoft.com/office/powerpoint/2010/main" val="1066761379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D126A-E57D-3DC3-8E51-E606AFB1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E8BFB-C5BC-76ED-D6BE-F39553689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221"/>
            <a:ext cx="10515600" cy="42723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Common mistakes: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Missing dependencies</a:t>
            </a:r>
          </a:p>
          <a:p>
            <a:r>
              <a:rPr lang="en-US" dirty="0"/>
              <a:t>Adding unnecessary dependencies</a:t>
            </a:r>
          </a:p>
          <a:p>
            <a:r>
              <a:rPr lang="en-US" dirty="0"/>
              <a:t>Causing infinite loops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infinite loop: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(() =&gt;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setCount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(count + 1);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}, [count]);</a:t>
            </a:r>
          </a:p>
        </p:txBody>
      </p:sp>
    </p:spTree>
    <p:extLst>
      <p:ext uri="{BB962C8B-B14F-4D97-AF65-F5344CB8AC3E}">
        <p14:creationId xmlns:p14="http://schemas.microsoft.com/office/powerpoint/2010/main" val="4164651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697ED-1A86-7595-D23E-F8376E4E4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BA97-EC18-0E4E-31EE-2E40D202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Stale Data Problem</a:t>
            </a:r>
          </a:p>
        </p:txBody>
      </p:sp>
    </p:spTree>
    <p:extLst>
      <p:ext uri="{BB962C8B-B14F-4D97-AF65-F5344CB8AC3E}">
        <p14:creationId xmlns:p14="http://schemas.microsoft.com/office/powerpoint/2010/main" val="1875263794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BB277-4106-5BAB-8F1A-77563C40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0BFBC-60C8-98C7-1978-60FBF3C80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345"/>
            <a:ext cx="10515600" cy="4146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dependencies are incorrect: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Effects may use outdated values</a:t>
            </a:r>
          </a:p>
          <a:p>
            <a:r>
              <a:rPr lang="en-US" dirty="0"/>
              <a:t>UI can become inconsistent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Always include every external value used inside the effect.</a:t>
            </a:r>
          </a:p>
        </p:txBody>
      </p:sp>
    </p:spTree>
    <p:extLst>
      <p:ext uri="{BB962C8B-B14F-4D97-AF65-F5344CB8AC3E}">
        <p14:creationId xmlns:p14="http://schemas.microsoft.com/office/powerpoint/2010/main" val="1119769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69633-2740-571B-918D-C176C372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4D983-2226-6F7C-02AE-E6D9A7389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Strict Mode Note</a:t>
            </a:r>
          </a:p>
        </p:txBody>
      </p:sp>
    </p:spTree>
    <p:extLst>
      <p:ext uri="{BB962C8B-B14F-4D97-AF65-F5344CB8AC3E}">
        <p14:creationId xmlns:p14="http://schemas.microsoft.com/office/powerpoint/2010/main" val="2394932116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8DD03-AAAD-B1C3-0BE8-F35139DEC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58E51-7C0D-7541-9243-54DD411C0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345"/>
            <a:ext cx="10515600" cy="4146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development, React may run effects twice.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intentional.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helps detect unsafe side effects.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 not remove Strict Mode to “fix” it.</a:t>
            </a:r>
          </a:p>
        </p:txBody>
      </p:sp>
    </p:spTree>
    <p:extLst>
      <p:ext uri="{BB962C8B-B14F-4D97-AF65-F5344CB8AC3E}">
        <p14:creationId xmlns:p14="http://schemas.microsoft.com/office/powerpoint/2010/main" val="260715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0EA70-467C-11F9-2EA0-55AF6BAE6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FA78-C599-EA90-D0A2-07D365B29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1402907342"/>
      </p:ext>
    </p:extLst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DA2B6-DE94-399F-B98D-D6DD68AD0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CCCC7-E0A4-1E9C-CF0E-16422A31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When does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CA" dirty="0"/>
              <a:t> run if the dependency array is empty?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FAA26-F71C-B9BA-DAA2-1AFF6A4C5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On every render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Only on mount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Only on unmount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Never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16772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CA" dirty="0"/>
              <a:t>Exercise: Refactor your existing exercise project to use the “</a:t>
            </a:r>
            <a:r>
              <a:rPr lang="en-CA" dirty="0" err="1"/>
              <a:t>useEffect</a:t>
            </a:r>
            <a:r>
              <a:rPr lang="en-CA" dirty="0"/>
              <a:t>” hook for any side effects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Implement the “</a:t>
            </a:r>
            <a:r>
              <a:rPr lang="en-CA" dirty="0" err="1"/>
              <a:t>useEffect</a:t>
            </a:r>
            <a:r>
              <a:rPr lang="en-CA" dirty="0"/>
              <a:t>” hook to manage side effects.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and use a custom hook function for fetching data.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Refactor any existing code that includes side effects.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Explain the lifecycle of a functional component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/>
              <a:t> to manage side effects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Control effect execution using dependency arrays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Implement cleanup logic correctly</a:t>
            </a:r>
          </a:p>
          <a:p>
            <a:pPr marL="914377" lvl="1" indent="-457200">
              <a:buFont typeface="+mj-lt"/>
              <a:buAutoNum type="arabicPeriod"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514373" indent="-514350"/>
            <a:r>
              <a:rPr lang="en-CA" dirty="0"/>
              <a:t>Complete lesson 15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Write a short code snippet that: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Fetches data on mount</a:t>
            </a:r>
          </a:p>
          <a:p>
            <a:r>
              <a:rPr lang="en-US" dirty="0"/>
              <a:t>Cleans up a timer on unmount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Explain why cleanup is necessary.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16914</TotalTime>
  <Words>702</Words>
  <Application>Microsoft Macintosh PowerPoint</Application>
  <PresentationFormat>Widescreen</PresentationFormat>
  <Paragraphs>190</Paragraphs>
  <Slides>33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Review</vt:lpstr>
      <vt:lpstr>Lifecycle Mental Model</vt:lpstr>
      <vt:lpstr>PowerPoint Presentation</vt:lpstr>
      <vt:lpstr>Mount, Update, Unmount</vt:lpstr>
      <vt:lpstr>PowerPoint Presentation</vt:lpstr>
      <vt:lpstr>Mount, Update, Unmount</vt:lpstr>
      <vt:lpstr>What Is a Side Effect?</vt:lpstr>
      <vt:lpstr>PowerPoint Presentation</vt:lpstr>
      <vt:lpstr>INTRODUCING useEffect</vt:lpstr>
      <vt:lpstr>PowerPoint Presentation</vt:lpstr>
      <vt:lpstr>Dependency Array Patterns</vt:lpstr>
      <vt:lpstr>PowerPoint Presentation</vt:lpstr>
      <vt:lpstr>Example: Timer Component</vt:lpstr>
      <vt:lpstr>PowerPoint Presentation</vt:lpstr>
      <vt:lpstr>Cleanup Functions</vt:lpstr>
      <vt:lpstr>PowerPoint Presentation</vt:lpstr>
      <vt:lpstr>Fetching Data with useEffect</vt:lpstr>
      <vt:lpstr>PowerPoint Presentation</vt:lpstr>
      <vt:lpstr>Why Effects Must Be Predictable</vt:lpstr>
      <vt:lpstr>PowerPoint Presentation</vt:lpstr>
      <vt:lpstr>Stale Data Problem</vt:lpstr>
      <vt:lpstr>PowerPoint Presentation</vt:lpstr>
      <vt:lpstr>Strict Mode Note</vt:lpstr>
      <vt:lpstr>PowerPoint Presentation</vt:lpstr>
      <vt:lpstr>QUICK POLL</vt:lpstr>
      <vt:lpstr>When does useEffect run if the dependency array is empty?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216</cp:revision>
  <dcterms:created xsi:type="dcterms:W3CDTF">2025-05-09T22:20:28Z</dcterms:created>
  <dcterms:modified xsi:type="dcterms:W3CDTF">2026-03-01T01:38:00Z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