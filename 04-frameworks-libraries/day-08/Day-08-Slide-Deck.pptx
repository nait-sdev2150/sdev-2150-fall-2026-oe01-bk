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82" r:id="rId4"/>
    <p:sldId id="306" r:id="rId5"/>
    <p:sldId id="322" r:id="rId6"/>
    <p:sldId id="307" r:id="rId7"/>
    <p:sldId id="303" r:id="rId8"/>
    <p:sldId id="334" r:id="rId9"/>
    <p:sldId id="335" r:id="rId10"/>
    <p:sldId id="336" r:id="rId11"/>
    <p:sldId id="337" r:id="rId12"/>
    <p:sldId id="338" r:id="rId13"/>
    <p:sldId id="339" r:id="rId14"/>
    <p:sldId id="340" r:id="rId15"/>
    <p:sldId id="341" r:id="rId16"/>
    <p:sldId id="308" r:id="rId17"/>
    <p:sldId id="301" r:id="rId18"/>
    <p:sldId id="309" r:id="rId19"/>
    <p:sldId id="302" r:id="rId20"/>
    <p:sldId id="310" r:id="rId21"/>
    <p:sldId id="304" r:id="rId22"/>
    <p:sldId id="295" r:id="rId23"/>
    <p:sldId id="258" r:id="rId24"/>
    <p:sldId id="28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/>
    <p:restoredTop sz="94679"/>
  </p:normalViewPr>
  <p:slideViewPr>
    <p:cSldViewPr snapToGrid="0">
      <p:cViewPr varScale="1">
        <p:scale>
          <a:sx n="121" d="100"/>
          <a:sy n="121" d="100"/>
        </p:scale>
        <p:origin x="5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B8AA7-95E9-3549-30F3-2B533AA0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B8752-C939-E0A6-D433-09EC25351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E5380-5FAF-1495-42D4-FB958EF0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8A2B-F13F-2168-981D-62E0E4A03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0665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E58AE-DEED-BC57-6253-696256AE0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DBE22-9D5B-5966-0EA6-85F9746DF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91F618-0C8C-26E0-0CF1-90EC2F5C9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35597-1F79-E4C0-22A0-04F83E6E2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3583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2E75-D6E9-AF40-79FD-BBF2AE7E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D9E8F-1DEE-EFDC-0F2E-E5EF66A1A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0E6843-AC39-91E1-04D7-F037F8791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7C37E-2DCA-C71C-77B6-850E14E58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0549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4C01-C84C-9427-B684-2E837D48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925F4-851D-1E92-3AE0-0CC265989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C2922-EE37-3755-0762-3D6AAAEEA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ACD58-4EA1-A06B-85CC-C9B4D93CC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872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EC574-A905-95F7-797C-4FA7A8083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B7DDF-4AA7-6743-EAB2-7A480F063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95D3D-991D-DD34-AB5A-0FF581FE6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BA23A-9C12-1013-24A0-75A738980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29116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908C1-6B38-83B0-6F8E-65306B3C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24D64-C5B1-AC25-0CDB-BB2466AC4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86E11-5C29-1691-D1F2-ACB0244F4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69F6B-D2F4-9822-B9B2-F78F518E7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87646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3B617-4F47-3ACB-BD71-153E99AD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A4BCC-80D5-4C3D-513A-1969F301C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2D5AB-FA8B-B462-3F99-D8AFFFA66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E58CC-A89C-DB8D-1C4A-011EE8934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6677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08: Building Components in React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971550" lvl="1" indent="-514350"/>
            <a:r>
              <a:rPr lang="en-US" dirty="0"/>
              <a:t>Use props to pass data into a component</a:t>
            </a:r>
          </a:p>
          <a:p>
            <a:pPr marL="971550" lvl="1" indent="-514350"/>
            <a:r>
              <a:rPr lang="en-US" dirty="0"/>
              <a:t>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children</a:t>
            </a:r>
            <a:r>
              <a:rPr lang="en-US" dirty="0"/>
              <a:t> to “slot” optional content into a component</a:t>
            </a:r>
          </a:p>
          <a:p>
            <a:pPr marL="971550" lvl="1" indent="-514350"/>
            <a:r>
              <a:rPr lang="en-US" dirty="0"/>
              <a:t>Compose a UI from smaller components (Results --&gt; </a:t>
            </a:r>
            <a:r>
              <a:rPr lang="en-US" dirty="0" err="1"/>
              <a:t>ResultsItem</a:t>
            </a:r>
            <a:r>
              <a:rPr lang="en-US" dirty="0"/>
              <a:t>)</a:t>
            </a:r>
          </a:p>
          <a:p>
            <a:pPr marL="971550" lvl="1" indent="-514350"/>
            <a:r>
              <a:rPr lang="en-US" dirty="0"/>
              <a:t>Apply Tailwind utilities for consistent, readable UI styling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Recap: static React components</a:t>
            </a:r>
          </a:p>
          <a:p>
            <a:r>
              <a:rPr lang="en-US" dirty="0"/>
              <a:t>Props as component inputs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children</a:t>
            </a:r>
            <a:r>
              <a:rPr lang="en-US" dirty="0"/>
              <a:t> as a simple content slot</a:t>
            </a:r>
          </a:p>
          <a:p>
            <a:r>
              <a:rPr lang="en-US" dirty="0"/>
              <a:t>Composition with a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ResultsItem</a:t>
            </a:r>
            <a:r>
              <a:rPr lang="en-US" dirty="0"/>
              <a:t> sub-component</a:t>
            </a:r>
          </a:p>
          <a:p>
            <a:r>
              <a:rPr lang="en-US" dirty="0"/>
              <a:t>Tailwind coherence (spacing, layout, typography)</a:t>
            </a:r>
          </a:p>
          <a:p>
            <a:r>
              <a:rPr lang="en-US" dirty="0"/>
              <a:t>Practice and exit ticket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Connecting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1F16-3474-C259-3A81-449262C3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7A18-9B1C-5D39-C1F3-CA18B29F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Where we are coming from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2C2F-55AB-166E-85E7-C1815433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Lesson 07: React + Tailwind project scaffold</a:t>
            </a:r>
          </a:p>
          <a:p>
            <a:r>
              <a:rPr lang="en-US" dirty="0"/>
              <a:t>Static components and basic layout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Today we keep the same UI, but make one part of it more reusable.</a:t>
            </a:r>
          </a:p>
          <a:p>
            <a:pPr marL="0" indent="0">
              <a:buNone/>
            </a:pPr>
            <a:r>
              <a:rPr lang="en-US" dirty="0"/>
              <a:t>The focus is on reinforcing concepts from lesson 7.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9279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Quick Poll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change most improves maintainability in a growing UI?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More CSS classes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Copy/paste markup carefully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Extract repeated markup into a component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Put everything in one file so it’s easier to find</a:t>
            </a:r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8DDC-5CAF-8C2E-AC71-BD16391A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F2E8-4E54-ED2C-0752-EE01D1D6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# Props</a:t>
            </a:r>
          </a:p>
        </p:txBody>
      </p:sp>
    </p:spTree>
    <p:extLst>
      <p:ext uri="{BB962C8B-B14F-4D97-AF65-F5344CB8AC3E}">
        <p14:creationId xmlns:p14="http://schemas.microsoft.com/office/powerpoint/2010/main" val="1484660151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39576-5427-0ADA-10F4-865ACD2F3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519A-A233-24D7-52BE-831AD2B5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Props are component inputs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6DEC3-94B8-5AF7-B03D-628C50C5A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flows </a:t>
            </a:r>
            <a:r>
              <a:rPr lang="en-US" b="1" dirty="0"/>
              <a:t>into</a:t>
            </a:r>
            <a:r>
              <a:rPr lang="en-US" dirty="0"/>
              <a:t> a component</a:t>
            </a:r>
          </a:p>
          <a:p>
            <a:r>
              <a:rPr lang="en-US" dirty="0"/>
              <a:t>Props are read-only</a:t>
            </a:r>
          </a:p>
          <a:p>
            <a:r>
              <a:rPr lang="en-US" dirty="0"/>
              <a:t>Props let one component reuse the same structure for many items</a:t>
            </a:r>
          </a:p>
        </p:txBody>
      </p:sp>
    </p:spTree>
    <p:extLst>
      <p:ext uri="{BB962C8B-B14F-4D97-AF65-F5344CB8AC3E}">
        <p14:creationId xmlns:p14="http://schemas.microsoft.com/office/powerpoint/2010/main" val="2446176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44B37-6330-3D14-994A-856BB88E2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0D9DD-B0CB-06AD-DA6C-A16CABA60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Children</a:t>
            </a:r>
          </a:p>
        </p:txBody>
      </p:sp>
    </p:spTree>
    <p:extLst>
      <p:ext uri="{BB962C8B-B14F-4D97-AF65-F5344CB8AC3E}">
        <p14:creationId xmlns:p14="http://schemas.microsoft.com/office/powerpoint/2010/main" val="3341591696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9768-B8BB-1AEA-D538-D18DEA28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D0AB4-581D-3B24-E768-6DC3BCB7C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Children is a simple slot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FE643-E95A-8E85-A833-3F24CA2C5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component renders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{children}</a:t>
            </a:r>
            <a:r>
              <a:rPr lang="en-US" dirty="0"/>
              <a:t> where it wants extra content</a:t>
            </a:r>
          </a:p>
          <a:p>
            <a:r>
              <a:rPr lang="en-US" dirty="0"/>
              <a:t>The parent decides what to insert</a:t>
            </a:r>
          </a:p>
        </p:txBody>
      </p:sp>
    </p:spTree>
    <p:extLst>
      <p:ext uri="{BB962C8B-B14F-4D97-AF65-F5344CB8AC3E}">
        <p14:creationId xmlns:p14="http://schemas.microsoft.com/office/powerpoint/2010/main" val="3639527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21F8D-058A-8175-F2A7-5821479A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F7730-3BB5-F427-473C-7B2489915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Composition</a:t>
            </a:r>
          </a:p>
        </p:txBody>
      </p:sp>
    </p:spTree>
    <p:extLst>
      <p:ext uri="{BB962C8B-B14F-4D97-AF65-F5344CB8AC3E}">
        <p14:creationId xmlns:p14="http://schemas.microsoft.com/office/powerpoint/2010/main" val="746458785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C1F1-084A-F978-AD19-FC8928A6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40565-C5D2-B494-7F34-B87C4F83C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UI from smaller parts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3AC8-9404-3E45-2BB8-524319B1A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Instead of one large component:</a:t>
            </a:r>
          </a:p>
          <a:p>
            <a:endParaRPr lang="en-US" dirty="0"/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Results</a:t>
            </a:r>
            <a:r>
              <a:rPr lang="en-US" dirty="0"/>
              <a:t> renders the list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ResultsItem</a:t>
            </a:r>
            <a:r>
              <a:rPr lang="en-US" dirty="0"/>
              <a:t> renders list item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reduces repetition and makes changes easier.</a:t>
            </a:r>
          </a:p>
        </p:txBody>
      </p:sp>
    </p:spTree>
    <p:extLst>
      <p:ext uri="{BB962C8B-B14F-4D97-AF65-F5344CB8AC3E}">
        <p14:creationId xmlns:p14="http://schemas.microsoft.com/office/powerpoint/2010/main" val="765638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9BB5-66C3-BD9B-A70C-B3B0E396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5B8E-CFB5-5DB8-9F62-98193E27C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The Demo Target</a:t>
            </a:r>
          </a:p>
        </p:txBody>
      </p:sp>
    </p:spTree>
    <p:extLst>
      <p:ext uri="{BB962C8B-B14F-4D97-AF65-F5344CB8AC3E}">
        <p14:creationId xmlns:p14="http://schemas.microsoft.com/office/powerpoint/2010/main" val="3204336034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2B89F-1AB9-8574-CCFA-ADBF88B73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23954-8CB9-D9D6-3E5A-0D9235836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</a:t>
            </a:r>
            <a:r>
              <a:rPr lang="en-US" dirty="0" err="1"/>
              <a:t>ResultsItem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5859-94EF-C7E0-B65A-C84A04C86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Results</a:t>
            </a:r>
            <a:r>
              <a:rPr lang="en-US" dirty="0"/>
              <a:t> maps over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resources</a:t>
            </a:r>
            <a:r>
              <a:rPr lang="en-US" dirty="0"/>
              <a:t> array</a:t>
            </a:r>
          </a:p>
          <a:p>
            <a:r>
              <a:rPr lang="en-US" dirty="0"/>
              <a:t>Each resource becomes a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ResultsItem</a:t>
            </a:r>
            <a:endParaRPr lang="en-US" dirty="0"/>
          </a:p>
          <a:p>
            <a:r>
              <a:rPr lang="en-US" dirty="0"/>
              <a:t>Props carry the data</a:t>
            </a:r>
          </a:p>
          <a:p>
            <a:r>
              <a:rPr lang="en-US" dirty="0"/>
              <a:t>Children carry optional UI</a:t>
            </a:r>
          </a:p>
        </p:txBody>
      </p:sp>
    </p:spTree>
    <p:extLst>
      <p:ext uri="{BB962C8B-B14F-4D97-AF65-F5344CB8AC3E}">
        <p14:creationId xmlns:p14="http://schemas.microsoft.com/office/powerpoint/2010/main" val="1830162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921E6-990F-3418-1CCF-0F1C7C0C6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F335C-98F7-A233-B3F9-B129C39A6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Conditional Rendering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71156263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899A8-F5D7-3FC8-C4E3-1C1B403E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Only render when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7D136-F0B8-16E7-3E2E-AA9D4908A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React, you’ll commonly see patterns like: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{condition &amp;&amp; &lt;Thing /&gt;}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We’ll use it to show the open now badge only when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openNow</a:t>
            </a:r>
            <a:r>
              <a:rPr lang="en-US" dirty="0"/>
              <a:t> is true.</a:t>
            </a:r>
          </a:p>
        </p:txBody>
      </p:sp>
    </p:spTree>
    <p:extLst>
      <p:ext uri="{BB962C8B-B14F-4D97-AF65-F5344CB8AC3E}">
        <p14:creationId xmlns:p14="http://schemas.microsoft.com/office/powerpoint/2010/main" val="3800437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63FF2-718A-9065-98FF-79B579E0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A39A-7D80-55AD-196A-84FB7A06F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Tailwind Coherence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97644104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22B3-1CE3-1E1B-90DB-A3F8D34D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rules, consistent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3557C-A9AB-DCBE-122B-7D3F4D146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Focus on:</a:t>
            </a:r>
          </a:p>
          <a:p>
            <a:endParaRPr lang="en-CA" dirty="0"/>
          </a:p>
          <a:p>
            <a:r>
              <a:rPr lang="en-CA" dirty="0"/>
              <a:t>consistent spacing</a:t>
            </a:r>
          </a:p>
          <a:p>
            <a:r>
              <a:rPr lang="en-CA" dirty="0"/>
              <a:t>consistent typography</a:t>
            </a:r>
          </a:p>
          <a:p>
            <a:r>
              <a:rPr lang="en-CA" dirty="0"/>
              <a:t>consistent structure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Not pixel-perfect parity with the previous design.</a:t>
            </a:r>
          </a:p>
        </p:txBody>
      </p:sp>
    </p:spTree>
    <p:extLst>
      <p:ext uri="{BB962C8B-B14F-4D97-AF65-F5344CB8AC3E}">
        <p14:creationId xmlns:p14="http://schemas.microsoft.com/office/powerpoint/2010/main" val="615880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969E2-2604-57B7-BA36-ABE43CCA9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BCA8E-683C-3712-D44B-33515BC6E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Compare and Contrast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68515927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F1CE5-C4AC-4AAD-1BE2-61F7590DD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Components vs React (so far)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E5B33-C6D8-B4FA-51B9-2D89C29F4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Web Components: attributes, custom events, DOM APIs</a:t>
            </a:r>
          </a:p>
          <a:p>
            <a:r>
              <a:rPr lang="en-US" dirty="0"/>
              <a:t>React: props, children, JSX composition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Same goal. Different tooling and mental model.</a:t>
            </a:r>
          </a:p>
        </p:txBody>
      </p:sp>
    </p:spTree>
    <p:extLst>
      <p:ext uri="{BB962C8B-B14F-4D97-AF65-F5344CB8AC3E}">
        <p14:creationId xmlns:p14="http://schemas.microsoft.com/office/powerpoint/2010/main" val="11227875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dirty="0"/>
              <a:t>Exercise: Update an existing React app with additional components</a:t>
            </a:r>
          </a:p>
          <a:p>
            <a:pPr marL="0" indent="0">
              <a:buNone/>
            </a:pPr>
            <a:r>
              <a:rPr lang="en-CA" b="1" dirty="0"/>
              <a:t>Objective:</a:t>
            </a:r>
            <a:r>
              <a:rPr lang="en-CA" dirty="0"/>
              <a:t> Reduce redundancy in rendering and extract reusable components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Add a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resources</a:t>
            </a:r>
            <a:r>
              <a:rPr lang="en-CA" dirty="0"/>
              <a:t> array (hard-coded)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Create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ResultsItem.jsx</a:t>
            </a:r>
            <a:endParaRPr lang="en-CA" dirty="0"/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Refactor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Results.jsx</a:t>
            </a:r>
            <a:r>
              <a:rPr lang="en-CA" dirty="0"/>
              <a:t> to use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ResultsItem</a:t>
            </a:r>
            <a:endParaRPr lang="en-CA" dirty="0"/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Use children for the </a:t>
            </a:r>
            <a:r>
              <a:rPr lang="en-CA" b="1" dirty="0"/>
              <a:t>Open now</a:t>
            </a:r>
            <a:r>
              <a:rPr lang="en-CA" dirty="0"/>
              <a:t> badge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Ask questions if you are unsure of what to do or how the code works.</a:t>
            </a:r>
          </a:p>
          <a:p>
            <a:pPr marL="971527" lvl="1" indent="-514350">
              <a:buFont typeface="+mj-lt"/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lesson, we covered the following: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Use props to pass data into a component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children</a:t>
            </a:r>
            <a:r>
              <a:rPr lang="en-US" dirty="0"/>
              <a:t> to “slot” optional content into a component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Compose a UI from smaller components (Results --&gt; </a:t>
            </a:r>
            <a:r>
              <a:rPr lang="en-US" dirty="0" err="1"/>
              <a:t>ResultsItem</a:t>
            </a:r>
            <a:r>
              <a:rPr lang="en-US" dirty="0"/>
              <a:t>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Apply Tailwind utilities for consistent, readable UI styling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  <a:p>
            <a:pPr marL="514373" indent="-514350"/>
            <a:r>
              <a:rPr lang="en-CA" dirty="0"/>
              <a:t>Complete lesson 8 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Submit a snippet that demonstrates:</a:t>
            </a:r>
          </a:p>
          <a:p>
            <a:endParaRPr lang="en-US" dirty="0"/>
          </a:p>
          <a:p>
            <a:r>
              <a:rPr lang="en-US" dirty="0"/>
              <a:t>a component using props</a:t>
            </a:r>
          </a:p>
          <a:p>
            <a:r>
              <a:rPr lang="en-US" dirty="0"/>
              <a:t>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{children}</a:t>
            </a:r>
            <a:r>
              <a:rPr lang="en-US" dirty="0"/>
              <a:t> slot</a:t>
            </a:r>
          </a:p>
          <a:p>
            <a:r>
              <a:rPr lang="en-US" dirty="0"/>
              <a:t>one example of conditional rendering</a:t>
            </a:r>
          </a:p>
          <a:p>
            <a:r>
              <a:rPr lang="en-US" dirty="0"/>
              <a:t>one Tailwind utility class applied</a:t>
            </a:r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16765</TotalTime>
  <Words>531</Words>
  <Application>Microsoft Macintosh PowerPoint</Application>
  <PresentationFormat>Widescreen</PresentationFormat>
  <Paragraphs>109</Paragraphs>
  <Slides>24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Consolas</vt:lpstr>
      <vt:lpstr>Wingdings</vt:lpstr>
      <vt:lpstr>Day N - PPT 1</vt:lpstr>
      <vt:lpstr>SDEV2150</vt:lpstr>
      <vt:lpstr>Lesson Objectives</vt:lpstr>
      <vt:lpstr>Agenda</vt:lpstr>
      <vt:lpstr>Connecting</vt:lpstr>
      <vt:lpstr>Where we are coming from</vt:lpstr>
      <vt:lpstr>Quick Poll</vt:lpstr>
      <vt:lpstr>Which change most improves maintainability in a growing UI?</vt:lpstr>
      <vt:lpstr># Props</vt:lpstr>
      <vt:lpstr>Props are component inputs</vt:lpstr>
      <vt:lpstr>Children</vt:lpstr>
      <vt:lpstr>Children is a simple slot</vt:lpstr>
      <vt:lpstr>Composition</vt:lpstr>
      <vt:lpstr>Build the UI from smaller parts</vt:lpstr>
      <vt:lpstr>The Demo Target</vt:lpstr>
      <vt:lpstr>Results  ResultsItem</vt:lpstr>
      <vt:lpstr>Conditional Rendering</vt:lpstr>
      <vt:lpstr>Only render when needed</vt:lpstr>
      <vt:lpstr>Tailwind Coherence</vt:lpstr>
      <vt:lpstr>Small rules, consistent UI</vt:lpstr>
      <vt:lpstr>Compare and Contrast</vt:lpstr>
      <vt:lpstr>Web Components vs React (so far)</vt:lpstr>
      <vt:lpstr>Hands-on Practice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Nathan Humphrey</cp:lastModifiedBy>
  <cp:revision>115</cp:revision>
  <dcterms:created xsi:type="dcterms:W3CDTF">2025-05-09T22:20:28Z</dcterms:created>
  <dcterms:modified xsi:type="dcterms:W3CDTF">2026-02-04T18:30:09Z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