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2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08" r:id="rId18"/>
    <p:sldId id="301" r:id="rId19"/>
    <p:sldId id="309" r:id="rId20"/>
    <p:sldId id="302" r:id="rId21"/>
    <p:sldId id="310" r:id="rId22"/>
    <p:sldId id="304" r:id="rId23"/>
    <p:sldId id="323" r:id="rId24"/>
    <p:sldId id="324" r:id="rId25"/>
    <p:sldId id="325" r:id="rId26"/>
    <p:sldId id="326" r:id="rId27"/>
    <p:sldId id="332" r:id="rId28"/>
    <p:sldId id="331" r:id="rId29"/>
    <p:sldId id="295" r:id="rId30"/>
    <p:sldId id="258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5FE-028A-44DE-35F6-B39A8E93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D383-7670-3BEA-08AD-9FB7AB43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ECF45-17CA-AC2D-D210-3D0C3375B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32F1-6778-3FAA-BE7D-E4E57A6F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15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07: React Foundations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what a UI framework/library provides</a:t>
            </a:r>
          </a:p>
          <a:p>
            <a:pPr marL="971550" lvl="1" indent="-514350"/>
            <a:r>
              <a:rPr lang="en-US" dirty="0"/>
              <a:t>Describe how React components differ from Web Components</a:t>
            </a:r>
          </a:p>
          <a:p>
            <a:pPr marL="971550" lvl="1" indent="-514350"/>
            <a:r>
              <a:rPr lang="en-US" dirty="0"/>
              <a:t>Create static React components using JSX</a:t>
            </a:r>
          </a:p>
          <a:p>
            <a:pPr marL="971550" lvl="1" indent="-514350"/>
            <a:r>
              <a:rPr lang="en-US" dirty="0"/>
              <a:t>Apply Tailwind utility classes for layout and styling</a:t>
            </a:r>
          </a:p>
          <a:p>
            <a:pPr marL="971550" lvl="1" indent="-514350"/>
            <a:r>
              <a:rPr lang="en-US" dirty="0"/>
              <a:t>Identify a simple use of props as component inputs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frameworks exist</a:t>
            </a:r>
          </a:p>
          <a:p>
            <a:r>
              <a:rPr lang="en-US" dirty="0"/>
              <a:t>Introducing React and Vite</a:t>
            </a:r>
          </a:p>
          <a:p>
            <a:r>
              <a:rPr lang="en-US" dirty="0"/>
              <a:t>JSX and component structure</a:t>
            </a:r>
          </a:p>
          <a:p>
            <a:r>
              <a:rPr lang="en-US" dirty="0"/>
              <a:t>Tailwind for styling</a:t>
            </a:r>
          </a:p>
          <a:p>
            <a:r>
              <a:rPr lang="en-US" dirty="0"/>
              <a:t>Static component composition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coming from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Vanilla JavaScript</a:t>
            </a:r>
          </a:p>
          <a:p>
            <a:r>
              <a:rPr lang="en-US" dirty="0"/>
              <a:t>Web Components</a:t>
            </a:r>
          </a:p>
          <a:p>
            <a:r>
              <a:rPr lang="en-US" dirty="0"/>
              <a:t>Manual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of this still works.</a:t>
            </a:r>
          </a:p>
          <a:p>
            <a:pPr marL="0" indent="0">
              <a:buNone/>
            </a:pPr>
            <a:r>
              <a:rPr lang="en-CA" dirty="0"/>
              <a:t>Frameworks change </a:t>
            </a:r>
            <a:r>
              <a:rPr lang="en-CA" i="1" dirty="0"/>
              <a:t>how</a:t>
            </a:r>
            <a:r>
              <a:rPr lang="en-CA" dirty="0"/>
              <a:t> we organize and scale UI.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Libraries and Frameworks?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they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Growing UI complexity</a:t>
            </a:r>
          </a:p>
          <a:p>
            <a:r>
              <a:rPr lang="en-US" dirty="0"/>
              <a:t>Repeated patterns</a:t>
            </a:r>
          </a:p>
          <a:p>
            <a:r>
              <a:rPr lang="en-US" dirty="0"/>
              <a:t>Hard-to-track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Libraries provide functionality, tools, and flexibility.</a:t>
            </a:r>
          </a:p>
          <a:p>
            <a:pPr marL="0" indent="0">
              <a:buNone/>
            </a:pPr>
            <a:r>
              <a:rPr lang="en-US" dirty="0"/>
              <a:t>Frameworks provide structure and conventions. 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frameworks libraries?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Often, the term framework is applied to libraries</a:t>
            </a:r>
          </a:p>
          <a:p>
            <a:r>
              <a:rPr lang="en-US" dirty="0"/>
              <a:t>It may be helpful to think of a framework as an opinionated library</a:t>
            </a:r>
          </a:p>
          <a:p>
            <a:r>
              <a:rPr lang="en-US" dirty="0"/>
              <a:t>We will use the term framework as an umbrella term for in this course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at a High Level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React gives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Component-based UI</a:t>
            </a:r>
          </a:p>
          <a:p>
            <a:r>
              <a:rPr lang="en-US" dirty="0"/>
              <a:t>Declarative rendering</a:t>
            </a:r>
          </a:p>
          <a:p>
            <a:r>
              <a:rPr lang="en-US" dirty="0"/>
              <a:t>A predictable mental model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React does not replace JavaScript.</a:t>
            </a:r>
          </a:p>
          <a:p>
            <a:pPr marL="0" indent="0">
              <a:buNone/>
            </a:pPr>
            <a:r>
              <a:rPr lang="en-US" dirty="0"/>
              <a:t>It builds on it.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https://react.dev/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Vite as the Tooling Layer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dev server</a:t>
            </a:r>
          </a:p>
          <a:p>
            <a:r>
              <a:rPr lang="en-US" dirty="0"/>
              <a:t>Modern defaults</a:t>
            </a:r>
          </a:p>
          <a:p>
            <a:r>
              <a:rPr lang="en-US" dirty="0"/>
              <a:t>Minimal configuration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Vite handles the build so we can focus on UI.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HTML-like syntax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Looks like HTML</a:t>
            </a:r>
          </a:p>
          <a:p>
            <a:r>
              <a:rPr lang="en-US" dirty="0"/>
              <a:t>Lives inside JavaScript files</a:t>
            </a:r>
          </a:p>
          <a:p>
            <a:r>
              <a:rPr lang="en-US" dirty="0"/>
              <a:t>Compiles to JavaScript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JSX describes what the UI </a:t>
            </a:r>
            <a:r>
              <a:rPr lang="en-US" b="1" dirty="0"/>
              <a:t>should look like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Components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that return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are functions</a:t>
            </a:r>
          </a:p>
          <a:p>
            <a:r>
              <a:rPr lang="en-US" dirty="0"/>
              <a:t>They return JSX</a:t>
            </a:r>
          </a:p>
          <a:p>
            <a:r>
              <a:rPr lang="en-US" dirty="0"/>
              <a:t>They describe part of the interface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now, we will work static with components.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Static Components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</a:t>
            </a:r>
            <a:r>
              <a:rPr lang="en-US" i="1" dirty="0"/>
              <a:t>not</a:t>
            </a:r>
            <a:r>
              <a:rPr lang="en-US" dirty="0"/>
              <a:t> doing yet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internal state</a:t>
            </a:r>
          </a:p>
          <a:p>
            <a:r>
              <a:rPr lang="en-US" dirty="0"/>
              <a:t>No side effects</a:t>
            </a:r>
          </a:p>
          <a:p>
            <a:r>
              <a:rPr lang="en-US" dirty="0"/>
              <a:t>Minimal prop usage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the focus on structure and styling.</a:t>
            </a:r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A First Look at Props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are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Passed into a component</a:t>
            </a:r>
          </a:p>
          <a:p>
            <a:r>
              <a:rPr lang="en-CA" dirty="0"/>
              <a:t>Read-only</a:t>
            </a:r>
          </a:p>
          <a:p>
            <a:r>
              <a:rPr lang="en-CA" dirty="0"/>
              <a:t>Typically used for display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Component Composition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page from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Small components</a:t>
            </a:r>
          </a:p>
          <a:p>
            <a:r>
              <a:rPr lang="en-US" dirty="0"/>
              <a:t>Composed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Each component has one responsibility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replaces manual DOM assembly.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Tailwind CSS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Utility-first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pre-built components</a:t>
            </a:r>
          </a:p>
          <a:p>
            <a:r>
              <a:rPr lang="en-US" dirty="0"/>
              <a:t>Classes describe layout and spacing</a:t>
            </a:r>
          </a:p>
          <a:p>
            <a:r>
              <a:rPr lang="en-US" dirty="0"/>
              <a:t>Styles live close to markup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Tailwind trades abstraction for clarity.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https://tailwindcss.com/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Styling Strategy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focus on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</a:t>
            </a:r>
          </a:p>
          <a:p>
            <a:r>
              <a:rPr lang="en-US" dirty="0"/>
              <a:t>Spacing</a:t>
            </a:r>
          </a:p>
          <a:p>
            <a:r>
              <a:rPr lang="en-US" dirty="0"/>
              <a:t>Alignment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pixel-perfect parity with the previous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4D3-F223-9EF4-EA4B-2E47191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681-FBA1-4ED3-F886-DE9C12B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Old and New</a:t>
            </a:r>
          </a:p>
        </p:txBody>
      </p:sp>
    </p:spTree>
    <p:extLst>
      <p:ext uri="{BB962C8B-B14F-4D97-AF65-F5344CB8AC3E}">
        <p14:creationId xmlns:p14="http://schemas.microsoft.com/office/powerpoint/2010/main" val="93932954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domain, different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Web Components vs React components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r>
              <a:rPr lang="en-CA" dirty="0"/>
              <a:t> vs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/>
              <a:t>Bootstrap vs Tailwind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Different abstractions, same UI goals.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Create a React-based application project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Use developer workflow and setup tools to create a new web </a:t>
            </a:r>
            <a:r>
              <a:rPr lang="en-CA"/>
              <a:t>app project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Scaffold a React app with Vite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Tailwind CSS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static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Compose them in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what a UI framework/library provides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React components differ from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Create static React components using JSX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Apply Tailwind utility classes for layout and styling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a simple use of props as component inputs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7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problem do frameworks solve?”</a:t>
            </a:r>
          </a:p>
          <a:p>
            <a:r>
              <a:rPr lang="en-US" dirty="0"/>
              <a:t>“How is JSX different from HTML?”</a:t>
            </a:r>
          </a:p>
          <a:p>
            <a:r>
              <a:rPr lang="en-US"/>
              <a:t>“What are props used for?”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16715</TotalTime>
  <Words>586</Words>
  <Application>Microsoft Macintosh PowerPoint</Application>
  <PresentationFormat>Widescreen</PresentationFormat>
  <Paragraphs>143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we are coming from</vt:lpstr>
      <vt:lpstr>Why Libraries and Frameworks?</vt:lpstr>
      <vt:lpstr>The problem they solve</vt:lpstr>
      <vt:lpstr>Are frameworks libraries?</vt:lpstr>
      <vt:lpstr>React at a High Level</vt:lpstr>
      <vt:lpstr>What React gives us</vt:lpstr>
      <vt:lpstr>Vite as the Tooling Layer</vt:lpstr>
      <vt:lpstr>Why we use Vite</vt:lpstr>
      <vt:lpstr>JSX</vt:lpstr>
      <vt:lpstr>HTML-like syntax in JavaScript</vt:lpstr>
      <vt:lpstr>React Components</vt:lpstr>
      <vt:lpstr>Functions that return UI</vt:lpstr>
      <vt:lpstr>Static Components</vt:lpstr>
      <vt:lpstr>What we are not doing yet</vt:lpstr>
      <vt:lpstr>A First Look at Props</vt:lpstr>
      <vt:lpstr>Props are inputs</vt:lpstr>
      <vt:lpstr>Component Composition</vt:lpstr>
      <vt:lpstr>Building a page from pieces</vt:lpstr>
      <vt:lpstr>Tailwind CSS</vt:lpstr>
      <vt:lpstr>Utility-first styling</vt:lpstr>
      <vt:lpstr>Styling Strategy</vt:lpstr>
      <vt:lpstr>What we focus on today</vt:lpstr>
      <vt:lpstr>Comparing Old and New</vt:lpstr>
      <vt:lpstr>Same domain, different tools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105</cp:revision>
  <dcterms:created xsi:type="dcterms:W3CDTF">2025-05-09T22:20:28Z</dcterms:created>
  <dcterms:modified xsi:type="dcterms:W3CDTF">2026-02-04T22:32:59Z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